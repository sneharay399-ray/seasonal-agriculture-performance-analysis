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rebuchet MS" charset="1" panose="020B0603020202020204"/>
      <p:regular r:id="rId23"/>
    </p:embeddedFont>
    <p:embeddedFont>
      <p:font typeface="Trebuchet MS Bold" charset="1" panose="020B0703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https://github.com/sneharay399-ray/seasonal-agriculture-performance-analysis" TargetMode="External" Type="http://schemas.openxmlformats.org/officeDocument/2006/relationships/hyperlink"/><Relationship Id="rId5" Target="https://colab.research.google.com/drive/1PjWYo5Qv1JpOqC5wWp9lwChZoNcKIpHg?usp=sharing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463" y="2074212"/>
            <a:ext cx="1844345" cy="1589961"/>
            <a:chOff x="0" y="0"/>
            <a:chExt cx="2459126" cy="21199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59101" cy="2119884"/>
            </a:xfrm>
            <a:custGeom>
              <a:avLst/>
              <a:gdLst/>
              <a:ahLst/>
              <a:cxnLst/>
              <a:rect r="r" b="b" t="t" l="l"/>
              <a:pathLst>
                <a:path h="2119884" w="2459101">
                  <a:moveTo>
                    <a:pt x="0" y="1059942"/>
                  </a:moveTo>
                  <a:lnTo>
                    <a:pt x="529971" y="0"/>
                  </a:lnTo>
                  <a:lnTo>
                    <a:pt x="1929130" y="0"/>
                  </a:lnTo>
                  <a:lnTo>
                    <a:pt x="2459101" y="1059942"/>
                  </a:lnTo>
                  <a:lnTo>
                    <a:pt x="1929130" y="2119884"/>
                  </a:lnTo>
                  <a:lnTo>
                    <a:pt x="529971" y="2119884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632542" y="1791929"/>
            <a:ext cx="2499246" cy="2154517"/>
            <a:chOff x="0" y="0"/>
            <a:chExt cx="3332328" cy="28726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32353" cy="2872740"/>
            </a:xfrm>
            <a:custGeom>
              <a:avLst/>
              <a:gdLst/>
              <a:ahLst/>
              <a:cxnLst/>
              <a:rect r="r" b="b" t="t" l="l"/>
              <a:pathLst>
                <a:path h="2872740" w="3332353">
                  <a:moveTo>
                    <a:pt x="0" y="1436370"/>
                  </a:moveTo>
                  <a:lnTo>
                    <a:pt x="718185" y="0"/>
                  </a:lnTo>
                  <a:lnTo>
                    <a:pt x="2614168" y="0"/>
                  </a:lnTo>
                  <a:lnTo>
                    <a:pt x="3332353" y="1436370"/>
                  </a:lnTo>
                  <a:lnTo>
                    <a:pt x="2614168" y="2872740"/>
                  </a:lnTo>
                  <a:lnTo>
                    <a:pt x="718185" y="2872740"/>
                  </a:lnTo>
                  <a:close/>
                </a:path>
              </a:pathLst>
            </a:custGeom>
            <a:solidFill>
              <a:srgbClr val="42D0A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707494" y="7849772"/>
            <a:ext cx="1077392" cy="928783"/>
            <a:chOff x="0" y="0"/>
            <a:chExt cx="1436522" cy="12383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64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436497">
                  <a:moveTo>
                    <a:pt x="0" y="619252"/>
                  </a:moveTo>
                  <a:lnTo>
                    <a:pt x="309626" y="0"/>
                  </a:lnTo>
                  <a:lnTo>
                    <a:pt x="1126871" y="0"/>
                  </a:lnTo>
                  <a:lnTo>
                    <a:pt x="1436497" y="619252"/>
                  </a:lnTo>
                  <a:lnTo>
                    <a:pt x="1126871" y="1238377"/>
                  </a:lnTo>
                  <a:lnTo>
                    <a:pt x="309626" y="1238377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56754" y="1651959"/>
            <a:ext cx="977417" cy="842601"/>
            <a:chOff x="0" y="0"/>
            <a:chExt cx="1303223" cy="11234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3274" cy="1123442"/>
            </a:xfrm>
            <a:custGeom>
              <a:avLst/>
              <a:gdLst/>
              <a:ahLst/>
              <a:cxnLst/>
              <a:rect r="r" b="b" t="t" l="l"/>
              <a:pathLst>
                <a:path h="1123442" w="1303274">
                  <a:moveTo>
                    <a:pt x="0" y="561721"/>
                  </a:moveTo>
                  <a:lnTo>
                    <a:pt x="280924" y="0"/>
                  </a:lnTo>
                  <a:lnTo>
                    <a:pt x="1022350" y="0"/>
                  </a:lnTo>
                  <a:lnTo>
                    <a:pt x="1303274" y="561721"/>
                  </a:lnTo>
                  <a:lnTo>
                    <a:pt x="1022350" y="1123442"/>
                  </a:lnTo>
                  <a:lnTo>
                    <a:pt x="280924" y="1123442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356174"/>
            <a:ext cx="1367376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Name : Sneha Ray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 Name- Maulana Abul Kalam Azad University of Technology, West Bengal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08986" y="4303319"/>
            <a:ext cx="15543447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32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– Seasonal Agriculture Performance Analysis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89803" y="6784438"/>
            <a:ext cx="776223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AICTE STU ID : STU6a63217bd69621784881531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05376" y="3224774"/>
            <a:ext cx="10177110" cy="5813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performance varies across seasons due to changes in environmental conditions, farming practices, resource availability and market conditions.</a:t>
            </a:r>
          </a:p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raw dataset does not directly reveal how these seasonal factors influence:</a:t>
            </a:r>
          </a:p>
          <a:p>
            <a:pPr algn="l" marL="475059" indent="-237530" lvl="1">
              <a:lnSpc>
                <a:spcPts val="3150"/>
              </a:lnSpc>
              <a:buFont typeface="Arial"/>
              <a:buChar char="•"/>
            </a:pPr>
            <a:r>
              <a:rPr lang="en-US" sz="262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Crop yield and production </a:t>
            </a:r>
          </a:p>
          <a:p>
            <a:pPr algn="l" marL="475059" indent="-237530" lvl="1">
              <a:lnSpc>
                <a:spcPts val="3150"/>
              </a:lnSpc>
              <a:buFont typeface="Arial"/>
              <a:buChar char="•"/>
            </a:pPr>
            <a:r>
              <a:rPr lang="en-US" sz="262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 usage and efficiency </a:t>
            </a:r>
          </a:p>
          <a:p>
            <a:pPr algn="l" marL="475059" indent="-237530" lvl="1">
              <a:lnSpc>
                <a:spcPts val="3150"/>
              </a:lnSpc>
              <a:buFont typeface="Arial"/>
              <a:buChar char="•"/>
            </a:pPr>
            <a:r>
              <a:rPr lang="en-US" sz="262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Disease and pest risk </a:t>
            </a:r>
          </a:p>
          <a:p>
            <a:pPr algn="l" marL="475059" indent="-237530" lvl="1">
              <a:lnSpc>
                <a:spcPts val="3150"/>
              </a:lnSpc>
              <a:buFont typeface="Arial"/>
              <a:buChar char="•"/>
            </a:pPr>
            <a:r>
              <a:rPr lang="en-US" sz="262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Revenue, cost and profitability </a:t>
            </a:r>
          </a:p>
          <a:p>
            <a:pPr algn="l" marL="475059" indent="-237530" lvl="1">
              <a:lnSpc>
                <a:spcPts val="3150"/>
              </a:lnSpc>
            </a:pPr>
            <a:r>
              <a:rPr lang="en-US" b="true" sz="2625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This project analyses seasonal agricultural data to identify meaningful patterns, relationships, variations and differences that can support evidence-based agricultural planning.</a:t>
            </a:r>
          </a:p>
          <a:p>
            <a:pPr algn="l" marL="475059" indent="-237530" lvl="1">
              <a:lnSpc>
                <a:spcPts val="377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223343" y="861822"/>
            <a:ext cx="10310527" cy="110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 STATEMENT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993528" y="4396254"/>
            <a:ext cx="4141137" cy="4896612"/>
            <a:chOff x="0" y="0"/>
            <a:chExt cx="5521516" cy="65288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21579" cy="6528816"/>
            </a:xfrm>
            <a:custGeom>
              <a:avLst/>
              <a:gdLst/>
              <a:ahLst/>
              <a:cxnLst/>
              <a:rect r="r" b="b" t="t" l="l"/>
              <a:pathLst>
                <a:path h="6528816" w="5521579">
                  <a:moveTo>
                    <a:pt x="0" y="0"/>
                  </a:moveTo>
                  <a:lnTo>
                    <a:pt x="5521579" y="0"/>
                  </a:lnTo>
                  <a:lnTo>
                    <a:pt x="5521579" y="6528816"/>
                  </a:lnTo>
                  <a:lnTo>
                    <a:pt x="0" y="652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18486" r="-135857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07443" y="950595"/>
            <a:ext cx="12712122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9"/>
              </a:lnSpc>
            </a:pPr>
            <a:r>
              <a:rPr lang="en-US" sz="645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DESCRIPTION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5376" y="2132419"/>
            <a:ext cx="12712122" cy="658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This project performs a focused data analysis of </a:t>
            </a:r>
            <a:r>
              <a:rPr lang="en-US" sz="1875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4,000 agricultural records across 28 variables</a:t>
            </a: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analysis covers three seasons:</a:t>
            </a:r>
          </a:p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	Kharif , Rabi and Zaid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project examines: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yield and production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Environmental conditions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Fertilizer, pesticide and water usage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Water efficiency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Disease/pest risk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Revenue, cost and profit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Crop-wise and state-wise seasonal performance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Relationships between environmental/resource factors and yield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 significance of seasonal differences 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Outliers and unusual observations </a:t>
            </a:r>
          </a:p>
          <a:p>
            <a:pPr algn="l" marL="339328" indent="-169664" lvl="1">
              <a:lnSpc>
                <a:spcPts val="2250"/>
              </a:lnSpc>
            </a:pPr>
            <a:r>
              <a:rPr lang="en-US" sz="187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dataset contains environmental, resource, production, economic and risk-related variables, which makes it suitable for a focused seasonal analysis</a:t>
            </a:r>
          </a:p>
          <a:p>
            <a:pPr algn="l" marL="339328" indent="-169664" lvl="1">
              <a:lnSpc>
                <a:spcPts val="225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07443" y="950595"/>
            <a:ext cx="12712122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WHO ARE THE END USERS?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7443" y="2296220"/>
            <a:ext cx="6093171" cy="672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779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Primary End Users</a:t>
            </a:r>
          </a:p>
          <a:p>
            <a:pPr algn="l" marL="684085" indent="-342043" lvl="1">
              <a:lnSpc>
                <a:spcPts val="4535"/>
              </a:lnSpc>
              <a:buFont typeface="Arial"/>
              <a:buChar char="•"/>
            </a:pPr>
            <a:r>
              <a:rPr lang="en-US" sz="3779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Farmers and agricultural planners </a:t>
            </a:r>
          </a:p>
          <a:p>
            <a:pPr algn="l" marL="684085" indent="-342043" lvl="1">
              <a:lnSpc>
                <a:spcPts val="4535"/>
              </a:lnSpc>
              <a:buFont typeface="Arial"/>
              <a:buChar char="•"/>
            </a:pPr>
            <a:r>
              <a:rPr lang="en-US" sz="3779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departments and policymakers </a:t>
            </a:r>
          </a:p>
          <a:p>
            <a:pPr algn="l" marL="684085" indent="-342043" lvl="1">
              <a:lnSpc>
                <a:spcPts val="4535"/>
              </a:lnSpc>
              <a:buFont typeface="Arial"/>
              <a:buChar char="•"/>
            </a:pPr>
            <a:r>
              <a:rPr lang="en-US" sz="3779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researchers </a:t>
            </a:r>
          </a:p>
          <a:p>
            <a:pPr algn="l" marL="684085" indent="-342043" lvl="1">
              <a:lnSpc>
                <a:spcPts val="4535"/>
              </a:lnSpc>
              <a:buFont typeface="Arial"/>
              <a:buChar char="•"/>
            </a:pPr>
            <a:r>
              <a:rPr lang="en-US" sz="3779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Crop management and advisory organizations </a:t>
            </a:r>
          </a:p>
          <a:p>
            <a:pPr algn="l" marL="684085" indent="-342043" lvl="1">
              <a:lnSpc>
                <a:spcPts val="4535"/>
              </a:lnSpc>
              <a:buFont typeface="Arial"/>
              <a:buChar char="•"/>
            </a:pPr>
            <a:r>
              <a:rPr lang="en-US" sz="3779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Agri-business and resource management teams </a:t>
            </a:r>
          </a:p>
          <a:p>
            <a:pPr algn="just" marL="684085" indent="-342043" lvl="1">
              <a:lnSpc>
                <a:spcPts val="544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7726394" y="2296220"/>
            <a:ext cx="6093171" cy="672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779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Use of Analysis</a:t>
            </a:r>
          </a:p>
          <a:p>
            <a:pPr algn="l">
              <a:lnSpc>
                <a:spcPts val="4535"/>
              </a:lnSpc>
            </a:pPr>
            <a:r>
              <a:rPr lang="en-US" sz="3779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findings can help users: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82040" y="9265206"/>
            <a:ext cx="3271838" cy="728662"/>
            <a:chOff x="0" y="0"/>
            <a:chExt cx="4362450" cy="9715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62450" cy="971550"/>
            </a:xfrm>
            <a:custGeom>
              <a:avLst/>
              <a:gdLst/>
              <a:ahLst/>
              <a:cxnLst/>
              <a:rect r="r" b="b" t="t" l="l"/>
              <a:pathLst>
                <a:path h="9715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292054" y="3454879"/>
            <a:ext cx="6276051" cy="4852359"/>
            <a:chOff x="0" y="0"/>
            <a:chExt cx="8368068" cy="64698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68030" cy="6469761"/>
            </a:xfrm>
            <a:custGeom>
              <a:avLst/>
              <a:gdLst/>
              <a:ahLst/>
              <a:cxnLst/>
              <a:rect r="r" b="b" t="t" l="l"/>
              <a:pathLst>
                <a:path h="6469761" w="8368030">
                  <a:moveTo>
                    <a:pt x="0" y="0"/>
                  </a:moveTo>
                  <a:lnTo>
                    <a:pt x="8368030" y="0"/>
                  </a:lnTo>
                  <a:lnTo>
                    <a:pt x="8368030" y="6469761"/>
                  </a:lnTo>
                  <a:lnTo>
                    <a:pt x="0" y="6469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254" r="0" b="-8275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6200" y="5730240"/>
            <a:ext cx="2590800" cy="4515040"/>
            <a:chOff x="0" y="0"/>
            <a:chExt cx="3454400" cy="6020054"/>
          </a:xfrm>
        </p:grpSpPr>
        <p:sp>
          <p:nvSpPr>
            <p:cNvPr name="Freeform 32" id="32"/>
            <p:cNvSpPr/>
            <p:nvPr/>
          </p:nvSpPr>
          <p:spPr>
            <a:xfrm flipH="true" flipV="false" rot="0">
              <a:off x="0" y="0"/>
              <a:ext cx="3454400" cy="6020054"/>
            </a:xfrm>
            <a:custGeom>
              <a:avLst/>
              <a:gdLst/>
              <a:ahLst/>
              <a:cxnLst/>
              <a:rect r="r" b="b" t="t" l="l"/>
              <a:pathLst>
                <a:path h="6020054" w="3454400">
                  <a:moveTo>
                    <a:pt x="3454400" y="0"/>
                  </a:moveTo>
                  <a:lnTo>
                    <a:pt x="0" y="0"/>
                  </a:lnTo>
                  <a:lnTo>
                    <a:pt x="0" y="6020054"/>
                  </a:lnTo>
                  <a:lnTo>
                    <a:pt x="3454400" y="6020054"/>
                  </a:lnTo>
                  <a:lnTo>
                    <a:pt x="3454400" y="0"/>
                  </a:lnTo>
                  <a:close/>
                </a:path>
              </a:pathLst>
            </a:custGeom>
            <a:blipFill>
              <a:blip r:embed="rId5"/>
              <a:stretch>
                <a:fillRect l="-5923" t="0" r="-5922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07443" y="950595"/>
            <a:ext cx="12712122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9"/>
              </a:lnSpc>
            </a:pPr>
            <a:r>
              <a:rPr lang="en-US" sz="64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TECHNOLOGY USED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73144" y="2210057"/>
            <a:ext cx="4962763" cy="565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295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Programming Language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</a:t>
            </a:r>
          </a:p>
          <a:p>
            <a:pPr algn="l" marL="415338" indent="-207669" lvl="1">
              <a:lnSpc>
                <a:spcPts val="2754"/>
              </a:lnSpc>
            </a:pPr>
            <a:r>
              <a:rPr lang="en-US" b="true" sz="2295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Libraries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Pandas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NumPy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Matplotlib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Seaborn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SciPy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Scikit-learn </a:t>
            </a:r>
          </a:p>
          <a:p>
            <a:pPr algn="l" marL="415338" indent="-207669" lvl="1">
              <a:lnSpc>
                <a:spcPts val="2754"/>
              </a:lnSpc>
            </a:pPr>
            <a:r>
              <a:rPr lang="en-US" b="true" sz="2295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Environment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Colab / Jupyter Notebook</a:t>
            </a:r>
          </a:p>
          <a:p>
            <a:pPr algn="l" marL="415338" indent="-207669" lvl="1">
              <a:lnSpc>
                <a:spcPts val="2754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8539210" y="2197113"/>
            <a:ext cx="6095543" cy="680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295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Analytical Techniques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Data Cleaning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Exploratory Data Analysis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Univariate Analysis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Bivariate Analysis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Multivariate Analysis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Correlation Analysis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ANOVA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Kruskal-Wallis Test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IQR-based Outlier Detection </a:t>
            </a:r>
          </a:p>
          <a:p>
            <a:pPr algn="l" marL="415338" indent="-207669" lvl="1">
              <a:lnSpc>
                <a:spcPts val="2754"/>
              </a:lnSpc>
              <a:buFont typeface="Arial"/>
              <a:buChar char="•"/>
            </a:pPr>
            <a:r>
              <a:rPr lang="en-US" sz="2295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Regression</a:t>
            </a:r>
          </a:p>
          <a:p>
            <a:pPr algn="l" marL="415338" indent="-207669" lvl="1">
              <a:lnSpc>
                <a:spcPts val="275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50503" y="1913058"/>
            <a:ext cx="13237235" cy="6711839"/>
            <a:chOff x="0" y="0"/>
            <a:chExt cx="17649647" cy="89491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649698" cy="8949055"/>
            </a:xfrm>
            <a:custGeom>
              <a:avLst/>
              <a:gdLst/>
              <a:ahLst/>
              <a:cxnLst/>
              <a:rect r="r" b="b" t="t" l="l"/>
              <a:pathLst>
                <a:path h="8949055" w="17649698">
                  <a:moveTo>
                    <a:pt x="0" y="0"/>
                  </a:moveTo>
                  <a:lnTo>
                    <a:pt x="17649698" y="0"/>
                  </a:lnTo>
                  <a:lnTo>
                    <a:pt x="17649698" y="8949055"/>
                  </a:lnTo>
                  <a:lnTo>
                    <a:pt x="0" y="8949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642657" y="2019300"/>
            <a:ext cx="182880" cy="188595"/>
            <a:chOff x="0" y="0"/>
            <a:chExt cx="243840" cy="2514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6950" y="50240"/>
              <a:ext cx="146090" cy="151096"/>
            </a:xfrm>
            <a:custGeom>
              <a:avLst/>
              <a:gdLst/>
              <a:ahLst/>
              <a:cxnLst/>
              <a:rect r="r" b="b" t="t" l="l"/>
              <a:pathLst>
                <a:path h="151096" w="146090">
                  <a:moveTo>
                    <a:pt x="146090" y="51360"/>
                  </a:moveTo>
                  <a:cubicBezTo>
                    <a:pt x="127040" y="132640"/>
                    <a:pt x="115610" y="138990"/>
                    <a:pt x="104180" y="142800"/>
                  </a:cubicBezTo>
                  <a:cubicBezTo>
                    <a:pt x="94020" y="147880"/>
                    <a:pt x="81320" y="152960"/>
                    <a:pt x="68620" y="150420"/>
                  </a:cubicBezTo>
                  <a:cubicBezTo>
                    <a:pt x="50840" y="146610"/>
                    <a:pt x="19090" y="131370"/>
                    <a:pt x="7660" y="113590"/>
                  </a:cubicBezTo>
                  <a:cubicBezTo>
                    <a:pt x="-2500" y="95810"/>
                    <a:pt x="-1230" y="60250"/>
                    <a:pt x="3850" y="42470"/>
                  </a:cubicBezTo>
                  <a:cubicBezTo>
                    <a:pt x="7660" y="29770"/>
                    <a:pt x="15280" y="20880"/>
                    <a:pt x="26710" y="14530"/>
                  </a:cubicBezTo>
                  <a:cubicBezTo>
                    <a:pt x="41950" y="4370"/>
                    <a:pt x="77510" y="-1980"/>
                    <a:pt x="96560" y="560"/>
                  </a:cubicBezTo>
                  <a:cubicBezTo>
                    <a:pt x="109260" y="3100"/>
                    <a:pt x="127040" y="19610"/>
                    <a:pt x="127040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659802" y="2019300"/>
            <a:ext cx="182880" cy="188595"/>
            <a:chOff x="0" y="0"/>
            <a:chExt cx="243840" cy="251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6950" y="50240"/>
              <a:ext cx="146090" cy="151096"/>
            </a:xfrm>
            <a:custGeom>
              <a:avLst/>
              <a:gdLst/>
              <a:ahLst/>
              <a:cxnLst/>
              <a:rect r="r" b="b" t="t" l="l"/>
              <a:pathLst>
                <a:path h="151096" w="146090">
                  <a:moveTo>
                    <a:pt x="146090" y="51360"/>
                  </a:moveTo>
                  <a:cubicBezTo>
                    <a:pt x="125770" y="132640"/>
                    <a:pt x="115610" y="138990"/>
                    <a:pt x="104180" y="142800"/>
                  </a:cubicBezTo>
                  <a:cubicBezTo>
                    <a:pt x="94020" y="147880"/>
                    <a:pt x="81320" y="152960"/>
                    <a:pt x="68620" y="150420"/>
                  </a:cubicBezTo>
                  <a:cubicBezTo>
                    <a:pt x="50840" y="146610"/>
                    <a:pt x="19090" y="131370"/>
                    <a:pt x="7660" y="113590"/>
                  </a:cubicBezTo>
                  <a:cubicBezTo>
                    <a:pt x="-2500" y="95810"/>
                    <a:pt x="-1230" y="60250"/>
                    <a:pt x="3850" y="42470"/>
                  </a:cubicBezTo>
                  <a:cubicBezTo>
                    <a:pt x="7660" y="29770"/>
                    <a:pt x="15280" y="20880"/>
                    <a:pt x="26710" y="14530"/>
                  </a:cubicBezTo>
                  <a:cubicBezTo>
                    <a:pt x="41950" y="4370"/>
                    <a:pt x="77510" y="-1980"/>
                    <a:pt x="95290" y="560"/>
                  </a:cubicBezTo>
                  <a:cubicBezTo>
                    <a:pt x="109260" y="3100"/>
                    <a:pt x="127040" y="19610"/>
                    <a:pt x="127040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693140" y="2036445"/>
            <a:ext cx="182880" cy="188595"/>
            <a:chOff x="0" y="0"/>
            <a:chExt cx="243840" cy="2514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7065" y="50236"/>
              <a:ext cx="145975" cy="149963"/>
            </a:xfrm>
            <a:custGeom>
              <a:avLst/>
              <a:gdLst/>
              <a:ahLst/>
              <a:cxnLst/>
              <a:rect r="r" b="b" t="t" l="l"/>
              <a:pathLst>
                <a:path h="149963" w="145975">
                  <a:moveTo>
                    <a:pt x="145975" y="51364"/>
                  </a:moveTo>
                  <a:cubicBezTo>
                    <a:pt x="126925" y="131374"/>
                    <a:pt x="115495" y="137724"/>
                    <a:pt x="105335" y="142804"/>
                  </a:cubicBezTo>
                  <a:cubicBezTo>
                    <a:pt x="93905" y="147884"/>
                    <a:pt x="82475" y="151694"/>
                    <a:pt x="68505" y="149154"/>
                  </a:cubicBezTo>
                  <a:cubicBezTo>
                    <a:pt x="50725" y="146614"/>
                    <a:pt x="18975" y="131374"/>
                    <a:pt x="8815" y="113594"/>
                  </a:cubicBezTo>
                  <a:cubicBezTo>
                    <a:pt x="-2615" y="95814"/>
                    <a:pt x="-1345" y="60254"/>
                    <a:pt x="3735" y="42474"/>
                  </a:cubicBezTo>
                  <a:cubicBezTo>
                    <a:pt x="8815" y="29774"/>
                    <a:pt x="15165" y="20884"/>
                    <a:pt x="26595" y="13264"/>
                  </a:cubicBezTo>
                  <a:cubicBezTo>
                    <a:pt x="43105" y="4374"/>
                    <a:pt x="78665" y="-1976"/>
                    <a:pt x="96445" y="564"/>
                  </a:cubicBezTo>
                  <a:cubicBezTo>
                    <a:pt x="109145" y="3104"/>
                    <a:pt x="128195" y="19614"/>
                    <a:pt x="128195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625512" y="2070735"/>
            <a:ext cx="182880" cy="188595"/>
            <a:chOff x="0" y="0"/>
            <a:chExt cx="243840" cy="2514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7065" y="49682"/>
              <a:ext cx="145975" cy="150516"/>
            </a:xfrm>
            <a:custGeom>
              <a:avLst/>
              <a:gdLst/>
              <a:ahLst/>
              <a:cxnLst/>
              <a:rect r="r" b="b" t="t" l="l"/>
              <a:pathLst>
                <a:path h="150516" w="145975">
                  <a:moveTo>
                    <a:pt x="145975" y="50648"/>
                  </a:moveTo>
                  <a:cubicBezTo>
                    <a:pt x="126925" y="131928"/>
                    <a:pt x="115495" y="138278"/>
                    <a:pt x="105335" y="143358"/>
                  </a:cubicBezTo>
                  <a:cubicBezTo>
                    <a:pt x="93905" y="148438"/>
                    <a:pt x="82475" y="152248"/>
                    <a:pt x="68505" y="149708"/>
                  </a:cubicBezTo>
                  <a:cubicBezTo>
                    <a:pt x="50725" y="145898"/>
                    <a:pt x="18975" y="130658"/>
                    <a:pt x="8815" y="112878"/>
                  </a:cubicBezTo>
                  <a:cubicBezTo>
                    <a:pt x="-2615" y="95098"/>
                    <a:pt x="-1345" y="59538"/>
                    <a:pt x="3735" y="41758"/>
                  </a:cubicBezTo>
                  <a:cubicBezTo>
                    <a:pt x="7545" y="30328"/>
                    <a:pt x="15165" y="20168"/>
                    <a:pt x="26595" y="13818"/>
                  </a:cubicBezTo>
                  <a:cubicBezTo>
                    <a:pt x="41835" y="3658"/>
                    <a:pt x="78665" y="-2692"/>
                    <a:pt x="96445" y="1118"/>
                  </a:cubicBezTo>
                  <a:cubicBezTo>
                    <a:pt x="109145" y="3658"/>
                    <a:pt x="126925" y="20168"/>
                    <a:pt x="126925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676948" y="2104072"/>
            <a:ext cx="182880" cy="188595"/>
            <a:chOff x="0" y="0"/>
            <a:chExt cx="243840" cy="2514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6003" y="50236"/>
              <a:ext cx="147037" cy="150671"/>
            </a:xfrm>
            <a:custGeom>
              <a:avLst/>
              <a:gdLst/>
              <a:ahLst/>
              <a:cxnLst/>
              <a:rect r="r" b="b" t="t" l="l"/>
              <a:pathLst>
                <a:path h="150671" w="147037">
                  <a:moveTo>
                    <a:pt x="147037" y="51364"/>
                  </a:moveTo>
                  <a:cubicBezTo>
                    <a:pt x="126717" y="132644"/>
                    <a:pt x="115287" y="138994"/>
                    <a:pt x="105127" y="142804"/>
                  </a:cubicBezTo>
                  <a:cubicBezTo>
                    <a:pt x="93697" y="147884"/>
                    <a:pt x="82267" y="151694"/>
                    <a:pt x="69567" y="150424"/>
                  </a:cubicBezTo>
                  <a:cubicBezTo>
                    <a:pt x="50517" y="146614"/>
                    <a:pt x="18767" y="131374"/>
                    <a:pt x="8607" y="113594"/>
                  </a:cubicBezTo>
                  <a:cubicBezTo>
                    <a:pt x="-2823" y="95814"/>
                    <a:pt x="-1553" y="60254"/>
                    <a:pt x="4797" y="42474"/>
                  </a:cubicBezTo>
                  <a:cubicBezTo>
                    <a:pt x="8607" y="29774"/>
                    <a:pt x="14957" y="20884"/>
                    <a:pt x="26387" y="13264"/>
                  </a:cubicBezTo>
                  <a:cubicBezTo>
                    <a:pt x="42897" y="4374"/>
                    <a:pt x="78457" y="-1976"/>
                    <a:pt x="96237" y="564"/>
                  </a:cubicBezTo>
                  <a:cubicBezTo>
                    <a:pt x="108937" y="3104"/>
                    <a:pt x="127987" y="19614"/>
                    <a:pt x="127987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609320" y="2087880"/>
            <a:ext cx="182880" cy="188595"/>
            <a:chOff x="0" y="0"/>
            <a:chExt cx="243840" cy="2514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6003" y="49682"/>
              <a:ext cx="147037" cy="150391"/>
            </a:xfrm>
            <a:custGeom>
              <a:avLst/>
              <a:gdLst/>
              <a:ahLst/>
              <a:cxnLst/>
              <a:rect r="r" b="b" t="t" l="l"/>
              <a:pathLst>
                <a:path h="150391" w="147037">
                  <a:moveTo>
                    <a:pt x="147037" y="50648"/>
                  </a:moveTo>
                  <a:cubicBezTo>
                    <a:pt x="126717" y="131928"/>
                    <a:pt x="115287" y="138278"/>
                    <a:pt x="105127" y="143358"/>
                  </a:cubicBezTo>
                  <a:cubicBezTo>
                    <a:pt x="93697" y="147168"/>
                    <a:pt x="82267" y="152248"/>
                    <a:pt x="69567" y="149708"/>
                  </a:cubicBezTo>
                  <a:cubicBezTo>
                    <a:pt x="50517" y="145898"/>
                    <a:pt x="18767" y="130658"/>
                    <a:pt x="8607" y="112878"/>
                  </a:cubicBezTo>
                  <a:cubicBezTo>
                    <a:pt x="-2823" y="95098"/>
                    <a:pt x="-1553" y="59538"/>
                    <a:pt x="4797" y="41758"/>
                  </a:cubicBezTo>
                  <a:cubicBezTo>
                    <a:pt x="8607" y="29058"/>
                    <a:pt x="14957" y="20168"/>
                    <a:pt x="26387" y="13818"/>
                  </a:cubicBezTo>
                  <a:cubicBezTo>
                    <a:pt x="42897" y="3658"/>
                    <a:pt x="78457" y="-2692"/>
                    <a:pt x="96237" y="1118"/>
                  </a:cubicBezTo>
                  <a:cubicBezTo>
                    <a:pt x="108937" y="2388"/>
                    <a:pt x="127987" y="18898"/>
                    <a:pt x="127987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710285" y="2070735"/>
            <a:ext cx="182880" cy="188595"/>
            <a:chOff x="0" y="0"/>
            <a:chExt cx="243840" cy="251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47065" y="49682"/>
              <a:ext cx="145975" cy="150516"/>
            </a:xfrm>
            <a:custGeom>
              <a:avLst/>
              <a:gdLst/>
              <a:ahLst/>
              <a:cxnLst/>
              <a:rect r="r" b="b" t="t" l="l"/>
              <a:pathLst>
                <a:path h="150516" w="145975">
                  <a:moveTo>
                    <a:pt x="145975" y="50648"/>
                  </a:moveTo>
                  <a:cubicBezTo>
                    <a:pt x="126925" y="131928"/>
                    <a:pt x="115495" y="138278"/>
                    <a:pt x="105335" y="143358"/>
                  </a:cubicBezTo>
                  <a:cubicBezTo>
                    <a:pt x="93905" y="148438"/>
                    <a:pt x="82475" y="152248"/>
                    <a:pt x="68505" y="149708"/>
                  </a:cubicBezTo>
                  <a:cubicBezTo>
                    <a:pt x="50725" y="145898"/>
                    <a:pt x="18975" y="130658"/>
                    <a:pt x="8815" y="112878"/>
                  </a:cubicBezTo>
                  <a:cubicBezTo>
                    <a:pt x="-2615" y="95098"/>
                    <a:pt x="-1345" y="59538"/>
                    <a:pt x="3735" y="41758"/>
                  </a:cubicBezTo>
                  <a:cubicBezTo>
                    <a:pt x="7545" y="30328"/>
                    <a:pt x="15165" y="20168"/>
                    <a:pt x="26595" y="13818"/>
                  </a:cubicBezTo>
                  <a:cubicBezTo>
                    <a:pt x="41835" y="3658"/>
                    <a:pt x="77395" y="-2692"/>
                    <a:pt x="96445" y="1118"/>
                  </a:cubicBezTo>
                  <a:cubicBezTo>
                    <a:pt x="109145" y="3658"/>
                    <a:pt x="126925" y="20168"/>
                    <a:pt x="126925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76373" y="1802378"/>
            <a:ext cx="13820604" cy="6978796"/>
            <a:chOff x="0" y="0"/>
            <a:chExt cx="18427471" cy="93050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427446" cy="9305036"/>
            </a:xfrm>
            <a:custGeom>
              <a:avLst/>
              <a:gdLst/>
              <a:ahLst/>
              <a:cxnLst/>
              <a:rect r="r" b="b" t="t" l="l"/>
              <a:pathLst>
                <a:path h="9305036" w="18427446">
                  <a:moveTo>
                    <a:pt x="0" y="0"/>
                  </a:moveTo>
                  <a:lnTo>
                    <a:pt x="18427446" y="0"/>
                  </a:lnTo>
                  <a:lnTo>
                    <a:pt x="18427446" y="9305036"/>
                  </a:lnTo>
                  <a:lnTo>
                    <a:pt x="0" y="9305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252257" y="2019300"/>
            <a:ext cx="182880" cy="188595"/>
            <a:chOff x="0" y="0"/>
            <a:chExt cx="243840" cy="2514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6950" y="50240"/>
              <a:ext cx="146090" cy="151096"/>
            </a:xfrm>
            <a:custGeom>
              <a:avLst/>
              <a:gdLst/>
              <a:ahLst/>
              <a:cxnLst/>
              <a:rect r="r" b="b" t="t" l="l"/>
              <a:pathLst>
                <a:path h="151096" w="146090">
                  <a:moveTo>
                    <a:pt x="146090" y="51360"/>
                  </a:moveTo>
                  <a:cubicBezTo>
                    <a:pt x="127040" y="132640"/>
                    <a:pt x="115610" y="138990"/>
                    <a:pt x="104180" y="142800"/>
                  </a:cubicBezTo>
                  <a:cubicBezTo>
                    <a:pt x="94020" y="147880"/>
                    <a:pt x="81320" y="152960"/>
                    <a:pt x="68620" y="150420"/>
                  </a:cubicBezTo>
                  <a:cubicBezTo>
                    <a:pt x="50840" y="146610"/>
                    <a:pt x="19090" y="131370"/>
                    <a:pt x="7660" y="113590"/>
                  </a:cubicBezTo>
                  <a:cubicBezTo>
                    <a:pt x="-2500" y="95810"/>
                    <a:pt x="-1230" y="60250"/>
                    <a:pt x="3850" y="42470"/>
                  </a:cubicBezTo>
                  <a:cubicBezTo>
                    <a:pt x="7660" y="29770"/>
                    <a:pt x="15280" y="20880"/>
                    <a:pt x="26710" y="14530"/>
                  </a:cubicBezTo>
                  <a:cubicBezTo>
                    <a:pt x="41950" y="4370"/>
                    <a:pt x="77510" y="-1980"/>
                    <a:pt x="96560" y="560"/>
                  </a:cubicBezTo>
                  <a:cubicBezTo>
                    <a:pt x="109260" y="3100"/>
                    <a:pt x="127040" y="19610"/>
                    <a:pt x="127040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218920" y="1935480"/>
            <a:ext cx="182880" cy="188595"/>
            <a:chOff x="0" y="0"/>
            <a:chExt cx="243840" cy="251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6003" y="49682"/>
              <a:ext cx="147037" cy="150391"/>
            </a:xfrm>
            <a:custGeom>
              <a:avLst/>
              <a:gdLst/>
              <a:ahLst/>
              <a:cxnLst/>
              <a:rect r="r" b="b" t="t" l="l"/>
              <a:pathLst>
                <a:path h="150391" w="147037">
                  <a:moveTo>
                    <a:pt x="147037" y="50648"/>
                  </a:moveTo>
                  <a:cubicBezTo>
                    <a:pt x="126717" y="131928"/>
                    <a:pt x="115287" y="138278"/>
                    <a:pt x="105127" y="143358"/>
                  </a:cubicBezTo>
                  <a:cubicBezTo>
                    <a:pt x="93697" y="147168"/>
                    <a:pt x="82267" y="152248"/>
                    <a:pt x="69567" y="149708"/>
                  </a:cubicBezTo>
                  <a:cubicBezTo>
                    <a:pt x="50517" y="145898"/>
                    <a:pt x="18767" y="130658"/>
                    <a:pt x="8607" y="112878"/>
                  </a:cubicBezTo>
                  <a:cubicBezTo>
                    <a:pt x="-2823" y="95098"/>
                    <a:pt x="-1553" y="59538"/>
                    <a:pt x="4797" y="41758"/>
                  </a:cubicBezTo>
                  <a:cubicBezTo>
                    <a:pt x="8607" y="29058"/>
                    <a:pt x="14957" y="20168"/>
                    <a:pt x="26387" y="13818"/>
                  </a:cubicBezTo>
                  <a:cubicBezTo>
                    <a:pt x="42897" y="3658"/>
                    <a:pt x="78457" y="-2692"/>
                    <a:pt x="96237" y="1118"/>
                  </a:cubicBezTo>
                  <a:cubicBezTo>
                    <a:pt x="108937" y="2388"/>
                    <a:pt x="127987" y="18898"/>
                    <a:pt x="127987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286548" y="1866900"/>
            <a:ext cx="182880" cy="188595"/>
            <a:chOff x="0" y="0"/>
            <a:chExt cx="243840" cy="2514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6003" y="50240"/>
              <a:ext cx="147037" cy="151096"/>
            </a:xfrm>
            <a:custGeom>
              <a:avLst/>
              <a:gdLst/>
              <a:ahLst/>
              <a:cxnLst/>
              <a:rect r="r" b="b" t="t" l="l"/>
              <a:pathLst>
                <a:path h="151096" w="147037">
                  <a:moveTo>
                    <a:pt x="147037" y="51360"/>
                  </a:moveTo>
                  <a:cubicBezTo>
                    <a:pt x="126717" y="132640"/>
                    <a:pt x="115287" y="138990"/>
                    <a:pt x="105127" y="142800"/>
                  </a:cubicBezTo>
                  <a:cubicBezTo>
                    <a:pt x="93697" y="147880"/>
                    <a:pt x="82267" y="152960"/>
                    <a:pt x="69567" y="150420"/>
                  </a:cubicBezTo>
                  <a:cubicBezTo>
                    <a:pt x="50517" y="146610"/>
                    <a:pt x="18767" y="131370"/>
                    <a:pt x="8607" y="113590"/>
                  </a:cubicBezTo>
                  <a:cubicBezTo>
                    <a:pt x="-2823" y="95810"/>
                    <a:pt x="-1553" y="60250"/>
                    <a:pt x="4797" y="42470"/>
                  </a:cubicBezTo>
                  <a:cubicBezTo>
                    <a:pt x="8607" y="29770"/>
                    <a:pt x="14957" y="20880"/>
                    <a:pt x="26387" y="14530"/>
                  </a:cubicBezTo>
                  <a:cubicBezTo>
                    <a:pt x="42897" y="4370"/>
                    <a:pt x="78457" y="-1980"/>
                    <a:pt x="96237" y="560"/>
                  </a:cubicBezTo>
                  <a:cubicBezTo>
                    <a:pt x="108937" y="3100"/>
                    <a:pt x="127987" y="19610"/>
                    <a:pt x="127987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337030" y="1968817"/>
            <a:ext cx="182880" cy="188595"/>
            <a:chOff x="0" y="0"/>
            <a:chExt cx="243840" cy="2514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704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2324"/>
                  </a:cubicBezTo>
                  <a:cubicBezTo>
                    <a:pt x="-2500" y="9454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252257" y="1968817"/>
            <a:ext cx="182880" cy="188595"/>
            <a:chOff x="0" y="0"/>
            <a:chExt cx="243840" cy="2514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704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2324"/>
                  </a:cubicBezTo>
                  <a:cubicBezTo>
                    <a:pt x="-2500" y="9454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302740" y="1985962"/>
            <a:ext cx="182880" cy="188595"/>
            <a:chOff x="0" y="0"/>
            <a:chExt cx="243840" cy="2514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7065" y="49682"/>
              <a:ext cx="145975" cy="150516"/>
            </a:xfrm>
            <a:custGeom>
              <a:avLst/>
              <a:gdLst/>
              <a:ahLst/>
              <a:cxnLst/>
              <a:rect r="r" b="b" t="t" l="l"/>
              <a:pathLst>
                <a:path h="150516" w="145975">
                  <a:moveTo>
                    <a:pt x="145975" y="50648"/>
                  </a:moveTo>
                  <a:cubicBezTo>
                    <a:pt x="126925" y="131928"/>
                    <a:pt x="115495" y="138278"/>
                    <a:pt x="105335" y="143358"/>
                  </a:cubicBezTo>
                  <a:cubicBezTo>
                    <a:pt x="93905" y="148438"/>
                    <a:pt x="82475" y="152248"/>
                    <a:pt x="68505" y="149708"/>
                  </a:cubicBezTo>
                  <a:cubicBezTo>
                    <a:pt x="50725" y="145898"/>
                    <a:pt x="18975" y="130658"/>
                    <a:pt x="8815" y="112878"/>
                  </a:cubicBezTo>
                  <a:cubicBezTo>
                    <a:pt x="-2615" y="95098"/>
                    <a:pt x="-1345" y="59538"/>
                    <a:pt x="3735" y="43028"/>
                  </a:cubicBezTo>
                  <a:cubicBezTo>
                    <a:pt x="8815" y="30328"/>
                    <a:pt x="15165" y="20168"/>
                    <a:pt x="26595" y="13818"/>
                  </a:cubicBezTo>
                  <a:cubicBezTo>
                    <a:pt x="43105" y="3658"/>
                    <a:pt x="78665" y="-2692"/>
                    <a:pt x="96445" y="1118"/>
                  </a:cubicBezTo>
                  <a:cubicBezTo>
                    <a:pt x="109145" y="3658"/>
                    <a:pt x="128195" y="20168"/>
                    <a:pt x="128195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218920" y="1968817"/>
            <a:ext cx="182880" cy="188595"/>
            <a:chOff x="0" y="0"/>
            <a:chExt cx="243840" cy="251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46003" y="50236"/>
              <a:ext cx="147037" cy="149963"/>
            </a:xfrm>
            <a:custGeom>
              <a:avLst/>
              <a:gdLst/>
              <a:ahLst/>
              <a:cxnLst/>
              <a:rect r="r" b="b" t="t" l="l"/>
              <a:pathLst>
                <a:path h="149963" w="147037">
                  <a:moveTo>
                    <a:pt x="147037" y="51364"/>
                  </a:moveTo>
                  <a:cubicBezTo>
                    <a:pt x="126717" y="131374"/>
                    <a:pt x="115287" y="137724"/>
                    <a:pt x="105127" y="142804"/>
                  </a:cubicBezTo>
                  <a:cubicBezTo>
                    <a:pt x="93697" y="147884"/>
                    <a:pt x="82267" y="151694"/>
                    <a:pt x="69567" y="149154"/>
                  </a:cubicBezTo>
                  <a:cubicBezTo>
                    <a:pt x="50517" y="146614"/>
                    <a:pt x="18767" y="131374"/>
                    <a:pt x="8607" y="112324"/>
                  </a:cubicBezTo>
                  <a:cubicBezTo>
                    <a:pt x="-2823" y="94544"/>
                    <a:pt x="-1553" y="60254"/>
                    <a:pt x="4797" y="42474"/>
                  </a:cubicBezTo>
                  <a:cubicBezTo>
                    <a:pt x="8607" y="29774"/>
                    <a:pt x="14957" y="20884"/>
                    <a:pt x="26387" y="13264"/>
                  </a:cubicBezTo>
                  <a:cubicBezTo>
                    <a:pt x="42897" y="4374"/>
                    <a:pt x="78457" y="-1976"/>
                    <a:pt x="96237" y="564"/>
                  </a:cubicBezTo>
                  <a:cubicBezTo>
                    <a:pt x="108937" y="3104"/>
                    <a:pt x="127987" y="19614"/>
                    <a:pt x="127987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1695088"/>
            <a:ext cx="14138253" cy="7161324"/>
            <a:chOff x="0" y="0"/>
            <a:chExt cx="18851004" cy="9548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850990" cy="9548368"/>
            </a:xfrm>
            <a:custGeom>
              <a:avLst/>
              <a:gdLst/>
              <a:ahLst/>
              <a:cxnLst/>
              <a:rect r="r" b="b" t="t" l="l"/>
              <a:pathLst>
                <a:path h="9548368" w="18850990">
                  <a:moveTo>
                    <a:pt x="0" y="0"/>
                  </a:moveTo>
                  <a:lnTo>
                    <a:pt x="18850990" y="0"/>
                  </a:lnTo>
                  <a:lnTo>
                    <a:pt x="18850990" y="9548368"/>
                  </a:lnTo>
                  <a:lnTo>
                    <a:pt x="0" y="954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302740" y="1866900"/>
            <a:ext cx="182880" cy="188595"/>
            <a:chOff x="0" y="0"/>
            <a:chExt cx="243840" cy="2514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7065" y="50240"/>
              <a:ext cx="145975" cy="151096"/>
            </a:xfrm>
            <a:custGeom>
              <a:avLst/>
              <a:gdLst/>
              <a:ahLst/>
              <a:cxnLst/>
              <a:rect r="r" b="b" t="t" l="l"/>
              <a:pathLst>
                <a:path h="151096" w="145975">
                  <a:moveTo>
                    <a:pt x="145975" y="51360"/>
                  </a:moveTo>
                  <a:cubicBezTo>
                    <a:pt x="126925" y="132640"/>
                    <a:pt x="115495" y="138990"/>
                    <a:pt x="105335" y="142800"/>
                  </a:cubicBezTo>
                  <a:cubicBezTo>
                    <a:pt x="93905" y="147880"/>
                    <a:pt x="82475" y="152960"/>
                    <a:pt x="68505" y="150420"/>
                  </a:cubicBezTo>
                  <a:cubicBezTo>
                    <a:pt x="50725" y="146610"/>
                    <a:pt x="18975" y="131370"/>
                    <a:pt x="8815" y="113590"/>
                  </a:cubicBezTo>
                  <a:cubicBezTo>
                    <a:pt x="-2615" y="95810"/>
                    <a:pt x="-1345" y="60250"/>
                    <a:pt x="3735" y="42470"/>
                  </a:cubicBezTo>
                  <a:cubicBezTo>
                    <a:pt x="8815" y="29770"/>
                    <a:pt x="15165" y="20880"/>
                    <a:pt x="26595" y="14530"/>
                  </a:cubicBezTo>
                  <a:cubicBezTo>
                    <a:pt x="43105" y="4370"/>
                    <a:pt x="78665" y="-1980"/>
                    <a:pt x="96445" y="560"/>
                  </a:cubicBezTo>
                  <a:cubicBezTo>
                    <a:pt x="109145" y="3100"/>
                    <a:pt x="128195" y="19610"/>
                    <a:pt x="128195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302740" y="1816417"/>
            <a:ext cx="182880" cy="188595"/>
            <a:chOff x="0" y="0"/>
            <a:chExt cx="243840" cy="251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7065" y="50236"/>
              <a:ext cx="145975" cy="149963"/>
            </a:xfrm>
            <a:custGeom>
              <a:avLst/>
              <a:gdLst/>
              <a:ahLst/>
              <a:cxnLst/>
              <a:rect r="r" b="b" t="t" l="l"/>
              <a:pathLst>
                <a:path h="149963" w="145975">
                  <a:moveTo>
                    <a:pt x="145975" y="51364"/>
                  </a:moveTo>
                  <a:cubicBezTo>
                    <a:pt x="126925" y="131374"/>
                    <a:pt x="115495" y="137724"/>
                    <a:pt x="105335" y="142804"/>
                  </a:cubicBezTo>
                  <a:cubicBezTo>
                    <a:pt x="93905" y="147884"/>
                    <a:pt x="82475" y="151694"/>
                    <a:pt x="68505" y="149154"/>
                  </a:cubicBezTo>
                  <a:cubicBezTo>
                    <a:pt x="50725" y="146614"/>
                    <a:pt x="18975" y="131374"/>
                    <a:pt x="8815" y="112324"/>
                  </a:cubicBezTo>
                  <a:cubicBezTo>
                    <a:pt x="-2615" y="94544"/>
                    <a:pt x="-1345" y="60254"/>
                    <a:pt x="3735" y="42474"/>
                  </a:cubicBezTo>
                  <a:cubicBezTo>
                    <a:pt x="8815" y="29774"/>
                    <a:pt x="15165" y="20884"/>
                    <a:pt x="26595" y="13264"/>
                  </a:cubicBezTo>
                  <a:cubicBezTo>
                    <a:pt x="43105" y="4374"/>
                    <a:pt x="78665" y="-1976"/>
                    <a:pt x="96445" y="564"/>
                  </a:cubicBezTo>
                  <a:cubicBezTo>
                    <a:pt x="109145" y="3104"/>
                    <a:pt x="128195" y="19614"/>
                    <a:pt x="128195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252257" y="1833562"/>
            <a:ext cx="182880" cy="188595"/>
            <a:chOff x="0" y="0"/>
            <a:chExt cx="243840" cy="2514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6950" y="49682"/>
              <a:ext cx="146090" cy="150516"/>
            </a:xfrm>
            <a:custGeom>
              <a:avLst/>
              <a:gdLst/>
              <a:ahLst/>
              <a:cxnLst/>
              <a:rect r="r" b="b" t="t" l="l"/>
              <a:pathLst>
                <a:path h="150516" w="146090">
                  <a:moveTo>
                    <a:pt x="146090" y="50648"/>
                  </a:moveTo>
                  <a:cubicBezTo>
                    <a:pt x="127040" y="131928"/>
                    <a:pt x="115610" y="138278"/>
                    <a:pt x="104180" y="143358"/>
                  </a:cubicBezTo>
                  <a:cubicBezTo>
                    <a:pt x="94020" y="14843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3028"/>
                  </a:cubicBezTo>
                  <a:cubicBezTo>
                    <a:pt x="7660" y="3032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6560" y="1118"/>
                  </a:cubicBezTo>
                  <a:cubicBezTo>
                    <a:pt x="109260" y="3658"/>
                    <a:pt x="127040" y="20168"/>
                    <a:pt x="127040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252257" y="1866900"/>
            <a:ext cx="182880" cy="188595"/>
            <a:chOff x="0" y="0"/>
            <a:chExt cx="243840" cy="2514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6950" y="50240"/>
              <a:ext cx="146090" cy="151096"/>
            </a:xfrm>
            <a:custGeom>
              <a:avLst/>
              <a:gdLst/>
              <a:ahLst/>
              <a:cxnLst/>
              <a:rect r="r" b="b" t="t" l="l"/>
              <a:pathLst>
                <a:path h="151096" w="146090">
                  <a:moveTo>
                    <a:pt x="146090" y="51360"/>
                  </a:moveTo>
                  <a:cubicBezTo>
                    <a:pt x="127040" y="132640"/>
                    <a:pt x="115610" y="138990"/>
                    <a:pt x="104180" y="142800"/>
                  </a:cubicBezTo>
                  <a:cubicBezTo>
                    <a:pt x="94020" y="147880"/>
                    <a:pt x="81320" y="152960"/>
                    <a:pt x="68620" y="150420"/>
                  </a:cubicBezTo>
                  <a:cubicBezTo>
                    <a:pt x="50840" y="146610"/>
                    <a:pt x="19090" y="131370"/>
                    <a:pt x="7660" y="113590"/>
                  </a:cubicBezTo>
                  <a:cubicBezTo>
                    <a:pt x="-2500" y="95810"/>
                    <a:pt x="-1230" y="60250"/>
                    <a:pt x="3850" y="42470"/>
                  </a:cubicBezTo>
                  <a:cubicBezTo>
                    <a:pt x="7660" y="29770"/>
                    <a:pt x="15280" y="20880"/>
                    <a:pt x="26710" y="14530"/>
                  </a:cubicBezTo>
                  <a:cubicBezTo>
                    <a:pt x="41950" y="4370"/>
                    <a:pt x="77510" y="-1980"/>
                    <a:pt x="96560" y="560"/>
                  </a:cubicBezTo>
                  <a:cubicBezTo>
                    <a:pt x="109260" y="3100"/>
                    <a:pt x="127040" y="19610"/>
                    <a:pt x="127040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337030" y="1866900"/>
            <a:ext cx="182880" cy="188595"/>
            <a:chOff x="0" y="0"/>
            <a:chExt cx="243840" cy="2514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6950" y="50240"/>
              <a:ext cx="146090" cy="151096"/>
            </a:xfrm>
            <a:custGeom>
              <a:avLst/>
              <a:gdLst/>
              <a:ahLst/>
              <a:cxnLst/>
              <a:rect r="r" b="b" t="t" l="l"/>
              <a:pathLst>
                <a:path h="151096" w="146090">
                  <a:moveTo>
                    <a:pt x="146090" y="51360"/>
                  </a:moveTo>
                  <a:cubicBezTo>
                    <a:pt x="127040" y="132640"/>
                    <a:pt x="115610" y="138990"/>
                    <a:pt x="104180" y="142800"/>
                  </a:cubicBezTo>
                  <a:cubicBezTo>
                    <a:pt x="94020" y="147880"/>
                    <a:pt x="81320" y="152960"/>
                    <a:pt x="68620" y="150420"/>
                  </a:cubicBezTo>
                  <a:cubicBezTo>
                    <a:pt x="50840" y="146610"/>
                    <a:pt x="19090" y="131370"/>
                    <a:pt x="7660" y="113590"/>
                  </a:cubicBezTo>
                  <a:cubicBezTo>
                    <a:pt x="-2500" y="95810"/>
                    <a:pt x="-1230" y="60250"/>
                    <a:pt x="3850" y="42470"/>
                  </a:cubicBezTo>
                  <a:cubicBezTo>
                    <a:pt x="7660" y="29770"/>
                    <a:pt x="15280" y="20880"/>
                    <a:pt x="26710" y="14530"/>
                  </a:cubicBezTo>
                  <a:cubicBezTo>
                    <a:pt x="41950" y="4370"/>
                    <a:pt x="77510" y="-1980"/>
                    <a:pt x="96560" y="560"/>
                  </a:cubicBezTo>
                  <a:cubicBezTo>
                    <a:pt x="109260" y="3100"/>
                    <a:pt x="127040" y="19610"/>
                    <a:pt x="127040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286548" y="1783080"/>
            <a:ext cx="182880" cy="188595"/>
            <a:chOff x="0" y="0"/>
            <a:chExt cx="243840" cy="2514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6003" y="49682"/>
              <a:ext cx="147037" cy="150391"/>
            </a:xfrm>
            <a:custGeom>
              <a:avLst/>
              <a:gdLst/>
              <a:ahLst/>
              <a:cxnLst/>
              <a:rect r="r" b="b" t="t" l="l"/>
              <a:pathLst>
                <a:path h="150391" w="147037">
                  <a:moveTo>
                    <a:pt x="147037" y="50648"/>
                  </a:moveTo>
                  <a:cubicBezTo>
                    <a:pt x="126717" y="131928"/>
                    <a:pt x="115287" y="138278"/>
                    <a:pt x="105127" y="143358"/>
                  </a:cubicBezTo>
                  <a:cubicBezTo>
                    <a:pt x="93697" y="147168"/>
                    <a:pt x="82267" y="152248"/>
                    <a:pt x="69567" y="149708"/>
                  </a:cubicBezTo>
                  <a:cubicBezTo>
                    <a:pt x="50517" y="145898"/>
                    <a:pt x="18767" y="130658"/>
                    <a:pt x="8607" y="112878"/>
                  </a:cubicBezTo>
                  <a:cubicBezTo>
                    <a:pt x="-2823" y="95098"/>
                    <a:pt x="-1553" y="59538"/>
                    <a:pt x="4797" y="41758"/>
                  </a:cubicBezTo>
                  <a:cubicBezTo>
                    <a:pt x="8607" y="29058"/>
                    <a:pt x="14957" y="20168"/>
                    <a:pt x="26387" y="13818"/>
                  </a:cubicBezTo>
                  <a:cubicBezTo>
                    <a:pt x="42897" y="3658"/>
                    <a:pt x="78457" y="-2692"/>
                    <a:pt x="96237" y="1118"/>
                  </a:cubicBezTo>
                  <a:cubicBezTo>
                    <a:pt x="108937" y="2388"/>
                    <a:pt x="127987" y="18898"/>
                    <a:pt x="127987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218920" y="1833562"/>
            <a:ext cx="182880" cy="188595"/>
            <a:chOff x="0" y="0"/>
            <a:chExt cx="243840" cy="251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46003" y="49682"/>
              <a:ext cx="147037" cy="150516"/>
            </a:xfrm>
            <a:custGeom>
              <a:avLst/>
              <a:gdLst/>
              <a:ahLst/>
              <a:cxnLst/>
              <a:rect r="r" b="b" t="t" l="l"/>
              <a:pathLst>
                <a:path h="150516" w="147037">
                  <a:moveTo>
                    <a:pt x="147037" y="50648"/>
                  </a:moveTo>
                  <a:cubicBezTo>
                    <a:pt x="126717" y="131928"/>
                    <a:pt x="115287" y="138278"/>
                    <a:pt x="105127" y="143358"/>
                  </a:cubicBezTo>
                  <a:cubicBezTo>
                    <a:pt x="93697" y="148438"/>
                    <a:pt x="82267" y="152248"/>
                    <a:pt x="69567" y="149708"/>
                  </a:cubicBezTo>
                  <a:cubicBezTo>
                    <a:pt x="50517" y="145898"/>
                    <a:pt x="18767" y="130658"/>
                    <a:pt x="8607" y="112878"/>
                  </a:cubicBezTo>
                  <a:cubicBezTo>
                    <a:pt x="-2823" y="95098"/>
                    <a:pt x="-1553" y="59538"/>
                    <a:pt x="4797" y="43028"/>
                  </a:cubicBezTo>
                  <a:cubicBezTo>
                    <a:pt x="8607" y="30328"/>
                    <a:pt x="14957" y="20168"/>
                    <a:pt x="26387" y="13818"/>
                  </a:cubicBezTo>
                  <a:cubicBezTo>
                    <a:pt x="42897" y="3658"/>
                    <a:pt x="78457" y="-2692"/>
                    <a:pt x="96237" y="1118"/>
                  </a:cubicBezTo>
                  <a:cubicBezTo>
                    <a:pt x="108937" y="3658"/>
                    <a:pt x="127987" y="20168"/>
                    <a:pt x="127987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302740" y="1884045"/>
            <a:ext cx="182880" cy="188595"/>
            <a:chOff x="0" y="0"/>
            <a:chExt cx="243840" cy="2514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47065" y="50236"/>
              <a:ext cx="145975" cy="149963"/>
            </a:xfrm>
            <a:custGeom>
              <a:avLst/>
              <a:gdLst/>
              <a:ahLst/>
              <a:cxnLst/>
              <a:rect r="r" b="b" t="t" l="l"/>
              <a:pathLst>
                <a:path h="149963" w="145975">
                  <a:moveTo>
                    <a:pt x="145975" y="51364"/>
                  </a:moveTo>
                  <a:cubicBezTo>
                    <a:pt x="126925" y="131374"/>
                    <a:pt x="115495" y="137724"/>
                    <a:pt x="105335" y="142804"/>
                  </a:cubicBezTo>
                  <a:cubicBezTo>
                    <a:pt x="93905" y="147884"/>
                    <a:pt x="82475" y="151694"/>
                    <a:pt x="68505" y="149154"/>
                  </a:cubicBezTo>
                  <a:cubicBezTo>
                    <a:pt x="50725" y="146614"/>
                    <a:pt x="18975" y="131374"/>
                    <a:pt x="8815" y="113594"/>
                  </a:cubicBezTo>
                  <a:cubicBezTo>
                    <a:pt x="-2615" y="95814"/>
                    <a:pt x="-1345" y="60254"/>
                    <a:pt x="3735" y="42474"/>
                  </a:cubicBezTo>
                  <a:cubicBezTo>
                    <a:pt x="8815" y="29774"/>
                    <a:pt x="15165" y="20884"/>
                    <a:pt x="26595" y="13264"/>
                  </a:cubicBezTo>
                  <a:cubicBezTo>
                    <a:pt x="43105" y="4374"/>
                    <a:pt x="78665" y="-1976"/>
                    <a:pt x="96445" y="564"/>
                  </a:cubicBezTo>
                  <a:cubicBezTo>
                    <a:pt x="109145" y="3104"/>
                    <a:pt x="128195" y="19614"/>
                    <a:pt x="128195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252257" y="1884045"/>
            <a:ext cx="182880" cy="188595"/>
            <a:chOff x="0" y="0"/>
            <a:chExt cx="243840" cy="2514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704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3594"/>
                  </a:cubicBezTo>
                  <a:cubicBezTo>
                    <a:pt x="-2500" y="9581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4286548" y="1901190"/>
            <a:ext cx="182880" cy="188595"/>
            <a:chOff x="0" y="0"/>
            <a:chExt cx="243840" cy="2514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46003" y="49794"/>
              <a:ext cx="147037" cy="150404"/>
            </a:xfrm>
            <a:custGeom>
              <a:avLst/>
              <a:gdLst/>
              <a:ahLst/>
              <a:cxnLst/>
              <a:rect r="r" b="b" t="t" l="l"/>
              <a:pathLst>
                <a:path h="150404" w="147037">
                  <a:moveTo>
                    <a:pt x="147037" y="50536"/>
                  </a:moveTo>
                  <a:cubicBezTo>
                    <a:pt x="126717" y="131816"/>
                    <a:pt x="115287" y="138166"/>
                    <a:pt x="105127" y="143246"/>
                  </a:cubicBezTo>
                  <a:cubicBezTo>
                    <a:pt x="93697" y="148326"/>
                    <a:pt x="82267" y="152136"/>
                    <a:pt x="69567" y="149596"/>
                  </a:cubicBezTo>
                  <a:cubicBezTo>
                    <a:pt x="50517" y="147056"/>
                    <a:pt x="18767" y="130546"/>
                    <a:pt x="8607" y="112766"/>
                  </a:cubicBezTo>
                  <a:cubicBezTo>
                    <a:pt x="-2823" y="94986"/>
                    <a:pt x="-1553" y="60696"/>
                    <a:pt x="4797" y="42916"/>
                  </a:cubicBezTo>
                  <a:cubicBezTo>
                    <a:pt x="8607" y="30216"/>
                    <a:pt x="14957" y="20056"/>
                    <a:pt x="26387" y="13706"/>
                  </a:cubicBezTo>
                  <a:cubicBezTo>
                    <a:pt x="42897" y="4816"/>
                    <a:pt x="78457" y="-2804"/>
                    <a:pt x="96237" y="1006"/>
                  </a:cubicBezTo>
                  <a:cubicBezTo>
                    <a:pt x="108937" y="3546"/>
                    <a:pt x="127987" y="20056"/>
                    <a:pt x="127987" y="20056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1802378"/>
            <a:ext cx="13961926" cy="7079285"/>
            <a:chOff x="0" y="0"/>
            <a:chExt cx="18615901" cy="943904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615913" cy="9439021"/>
            </a:xfrm>
            <a:custGeom>
              <a:avLst/>
              <a:gdLst/>
              <a:ahLst/>
              <a:cxnLst/>
              <a:rect r="r" b="b" t="t" l="l"/>
              <a:pathLst>
                <a:path h="9439021" w="18615913">
                  <a:moveTo>
                    <a:pt x="0" y="0"/>
                  </a:moveTo>
                  <a:lnTo>
                    <a:pt x="18615913" y="0"/>
                  </a:lnTo>
                  <a:lnTo>
                    <a:pt x="18615913" y="9439021"/>
                  </a:lnTo>
                  <a:lnTo>
                    <a:pt x="0" y="943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049375" y="1985962"/>
            <a:ext cx="182880" cy="188595"/>
            <a:chOff x="0" y="0"/>
            <a:chExt cx="243840" cy="2514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6431" y="49682"/>
              <a:ext cx="146609" cy="150516"/>
            </a:xfrm>
            <a:custGeom>
              <a:avLst/>
              <a:gdLst/>
              <a:ahLst/>
              <a:cxnLst/>
              <a:rect r="r" b="b" t="t" l="l"/>
              <a:pathLst>
                <a:path h="150516" w="146609">
                  <a:moveTo>
                    <a:pt x="146609" y="50648"/>
                  </a:moveTo>
                  <a:cubicBezTo>
                    <a:pt x="126289" y="131928"/>
                    <a:pt x="116129" y="138278"/>
                    <a:pt x="104699" y="143358"/>
                  </a:cubicBezTo>
                  <a:cubicBezTo>
                    <a:pt x="94539" y="148438"/>
                    <a:pt x="81839" y="152248"/>
                    <a:pt x="69139" y="149708"/>
                  </a:cubicBezTo>
                  <a:cubicBezTo>
                    <a:pt x="51359" y="145898"/>
                    <a:pt x="19609" y="130658"/>
                    <a:pt x="8179" y="112878"/>
                  </a:cubicBezTo>
                  <a:cubicBezTo>
                    <a:pt x="-1981" y="95098"/>
                    <a:pt x="-1981" y="59538"/>
                    <a:pt x="4369" y="43028"/>
                  </a:cubicBezTo>
                  <a:cubicBezTo>
                    <a:pt x="8179" y="30328"/>
                    <a:pt x="15799" y="20168"/>
                    <a:pt x="25959" y="13818"/>
                  </a:cubicBezTo>
                  <a:cubicBezTo>
                    <a:pt x="42469" y="3658"/>
                    <a:pt x="78029" y="-2692"/>
                    <a:pt x="95809" y="1118"/>
                  </a:cubicBezTo>
                  <a:cubicBezTo>
                    <a:pt x="109779" y="3658"/>
                    <a:pt x="127559" y="20168"/>
                    <a:pt x="127559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032230" y="2003108"/>
            <a:ext cx="182880" cy="188595"/>
            <a:chOff x="0" y="0"/>
            <a:chExt cx="243840" cy="251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6950" y="49682"/>
              <a:ext cx="146090" cy="150516"/>
            </a:xfrm>
            <a:custGeom>
              <a:avLst/>
              <a:gdLst/>
              <a:ahLst/>
              <a:cxnLst/>
              <a:rect r="r" b="b" t="t" l="l"/>
              <a:pathLst>
                <a:path h="150516" w="146090">
                  <a:moveTo>
                    <a:pt x="146090" y="50648"/>
                  </a:moveTo>
                  <a:cubicBezTo>
                    <a:pt x="127040" y="131928"/>
                    <a:pt x="115610" y="138278"/>
                    <a:pt x="104180" y="143358"/>
                  </a:cubicBezTo>
                  <a:cubicBezTo>
                    <a:pt x="94020" y="14843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1758"/>
                  </a:cubicBezTo>
                  <a:cubicBezTo>
                    <a:pt x="7660" y="2905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6560" y="1118"/>
                  </a:cubicBezTo>
                  <a:cubicBezTo>
                    <a:pt x="109260" y="3658"/>
                    <a:pt x="127040" y="20168"/>
                    <a:pt x="127040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066520" y="2019300"/>
            <a:ext cx="182880" cy="188595"/>
            <a:chOff x="0" y="0"/>
            <a:chExt cx="243840" cy="2514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6003" y="50240"/>
              <a:ext cx="147037" cy="151096"/>
            </a:xfrm>
            <a:custGeom>
              <a:avLst/>
              <a:gdLst/>
              <a:ahLst/>
              <a:cxnLst/>
              <a:rect r="r" b="b" t="t" l="l"/>
              <a:pathLst>
                <a:path h="151096" w="147037">
                  <a:moveTo>
                    <a:pt x="147037" y="51360"/>
                  </a:moveTo>
                  <a:cubicBezTo>
                    <a:pt x="126717" y="132640"/>
                    <a:pt x="115287" y="138990"/>
                    <a:pt x="105127" y="142800"/>
                  </a:cubicBezTo>
                  <a:cubicBezTo>
                    <a:pt x="93697" y="147880"/>
                    <a:pt x="82267" y="152960"/>
                    <a:pt x="69567" y="150420"/>
                  </a:cubicBezTo>
                  <a:cubicBezTo>
                    <a:pt x="50517" y="146610"/>
                    <a:pt x="18767" y="131370"/>
                    <a:pt x="8607" y="113590"/>
                  </a:cubicBezTo>
                  <a:cubicBezTo>
                    <a:pt x="-2823" y="95810"/>
                    <a:pt x="-1553" y="60250"/>
                    <a:pt x="4797" y="42470"/>
                  </a:cubicBezTo>
                  <a:cubicBezTo>
                    <a:pt x="8607" y="29770"/>
                    <a:pt x="14957" y="20880"/>
                    <a:pt x="26387" y="14530"/>
                  </a:cubicBezTo>
                  <a:cubicBezTo>
                    <a:pt x="42897" y="4370"/>
                    <a:pt x="78457" y="-1980"/>
                    <a:pt x="96237" y="560"/>
                  </a:cubicBezTo>
                  <a:cubicBezTo>
                    <a:pt x="108937" y="3100"/>
                    <a:pt x="127987" y="19610"/>
                    <a:pt x="127987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099857" y="1985962"/>
            <a:ext cx="182880" cy="188595"/>
            <a:chOff x="0" y="0"/>
            <a:chExt cx="243840" cy="2514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6950" y="49682"/>
              <a:ext cx="146090" cy="150516"/>
            </a:xfrm>
            <a:custGeom>
              <a:avLst/>
              <a:gdLst/>
              <a:ahLst/>
              <a:cxnLst/>
              <a:rect r="r" b="b" t="t" l="l"/>
              <a:pathLst>
                <a:path h="150516" w="146090">
                  <a:moveTo>
                    <a:pt x="146090" y="50648"/>
                  </a:moveTo>
                  <a:cubicBezTo>
                    <a:pt x="127040" y="131928"/>
                    <a:pt x="115610" y="138278"/>
                    <a:pt x="104180" y="143358"/>
                  </a:cubicBezTo>
                  <a:cubicBezTo>
                    <a:pt x="94020" y="14843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3028"/>
                  </a:cubicBezTo>
                  <a:cubicBezTo>
                    <a:pt x="7660" y="3032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6560" y="1118"/>
                  </a:cubicBezTo>
                  <a:cubicBezTo>
                    <a:pt x="109260" y="3658"/>
                    <a:pt x="127040" y="20168"/>
                    <a:pt x="127040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117002" y="1968817"/>
            <a:ext cx="182880" cy="188595"/>
            <a:chOff x="0" y="0"/>
            <a:chExt cx="243840" cy="2514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577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2324"/>
                  </a:cubicBezTo>
                  <a:cubicBezTo>
                    <a:pt x="-2500" y="9454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529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117002" y="2003108"/>
            <a:ext cx="182880" cy="188595"/>
            <a:chOff x="0" y="0"/>
            <a:chExt cx="243840" cy="2514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6950" y="49682"/>
              <a:ext cx="146090" cy="150516"/>
            </a:xfrm>
            <a:custGeom>
              <a:avLst/>
              <a:gdLst/>
              <a:ahLst/>
              <a:cxnLst/>
              <a:rect r="r" b="b" t="t" l="l"/>
              <a:pathLst>
                <a:path h="150516" w="146090">
                  <a:moveTo>
                    <a:pt x="146090" y="50648"/>
                  </a:moveTo>
                  <a:cubicBezTo>
                    <a:pt x="125770" y="131928"/>
                    <a:pt x="115610" y="138278"/>
                    <a:pt x="104180" y="143358"/>
                  </a:cubicBezTo>
                  <a:cubicBezTo>
                    <a:pt x="94020" y="14843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1758"/>
                  </a:cubicBezTo>
                  <a:cubicBezTo>
                    <a:pt x="7660" y="2905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5290" y="1118"/>
                  </a:cubicBezTo>
                  <a:cubicBezTo>
                    <a:pt x="109260" y="3658"/>
                    <a:pt x="127040" y="20168"/>
                    <a:pt x="127040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117002" y="2003108"/>
            <a:ext cx="182880" cy="188595"/>
            <a:chOff x="0" y="0"/>
            <a:chExt cx="243840" cy="251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46950" y="49682"/>
              <a:ext cx="146090" cy="150516"/>
            </a:xfrm>
            <a:custGeom>
              <a:avLst/>
              <a:gdLst/>
              <a:ahLst/>
              <a:cxnLst/>
              <a:rect r="r" b="b" t="t" l="l"/>
              <a:pathLst>
                <a:path h="150516" w="146090">
                  <a:moveTo>
                    <a:pt x="146090" y="50648"/>
                  </a:moveTo>
                  <a:cubicBezTo>
                    <a:pt x="125770" y="131928"/>
                    <a:pt x="115610" y="138278"/>
                    <a:pt x="104180" y="143358"/>
                  </a:cubicBezTo>
                  <a:cubicBezTo>
                    <a:pt x="94020" y="14843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1758"/>
                  </a:cubicBezTo>
                  <a:cubicBezTo>
                    <a:pt x="7660" y="2905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5290" y="1118"/>
                  </a:cubicBezTo>
                  <a:cubicBezTo>
                    <a:pt x="109260" y="3658"/>
                    <a:pt x="127040" y="20168"/>
                    <a:pt x="127040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099857" y="1968817"/>
            <a:ext cx="182880" cy="188595"/>
            <a:chOff x="0" y="0"/>
            <a:chExt cx="243840" cy="2514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704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2324"/>
                  </a:cubicBezTo>
                  <a:cubicBezTo>
                    <a:pt x="-2500" y="9454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082712" y="1951673"/>
            <a:ext cx="182880" cy="188595"/>
            <a:chOff x="0" y="0"/>
            <a:chExt cx="243840" cy="2514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7065" y="50236"/>
              <a:ext cx="145975" cy="150671"/>
            </a:xfrm>
            <a:custGeom>
              <a:avLst/>
              <a:gdLst/>
              <a:ahLst/>
              <a:cxnLst/>
              <a:rect r="r" b="b" t="t" l="l"/>
              <a:pathLst>
                <a:path h="150671" w="145975">
                  <a:moveTo>
                    <a:pt x="145975" y="51364"/>
                  </a:moveTo>
                  <a:cubicBezTo>
                    <a:pt x="126925" y="132644"/>
                    <a:pt x="115495" y="138994"/>
                    <a:pt x="105335" y="142804"/>
                  </a:cubicBezTo>
                  <a:cubicBezTo>
                    <a:pt x="93905" y="147884"/>
                    <a:pt x="82475" y="151694"/>
                    <a:pt x="68505" y="150424"/>
                  </a:cubicBezTo>
                  <a:cubicBezTo>
                    <a:pt x="50725" y="146614"/>
                    <a:pt x="18975" y="131374"/>
                    <a:pt x="8815" y="113594"/>
                  </a:cubicBezTo>
                  <a:cubicBezTo>
                    <a:pt x="-2615" y="95814"/>
                    <a:pt x="-1345" y="60254"/>
                    <a:pt x="3735" y="42474"/>
                  </a:cubicBezTo>
                  <a:cubicBezTo>
                    <a:pt x="7545" y="29774"/>
                    <a:pt x="15165" y="20884"/>
                    <a:pt x="26595" y="13264"/>
                  </a:cubicBezTo>
                  <a:cubicBezTo>
                    <a:pt x="41835" y="4374"/>
                    <a:pt x="78665" y="-1976"/>
                    <a:pt x="96445" y="564"/>
                  </a:cubicBezTo>
                  <a:cubicBezTo>
                    <a:pt x="109145" y="3104"/>
                    <a:pt x="126925" y="19614"/>
                    <a:pt x="126925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4099857" y="1901190"/>
            <a:ext cx="182880" cy="188595"/>
            <a:chOff x="0" y="0"/>
            <a:chExt cx="243840" cy="2514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46950" y="49794"/>
              <a:ext cx="146090" cy="150404"/>
            </a:xfrm>
            <a:custGeom>
              <a:avLst/>
              <a:gdLst/>
              <a:ahLst/>
              <a:cxnLst/>
              <a:rect r="r" b="b" t="t" l="l"/>
              <a:pathLst>
                <a:path h="150404" w="146090">
                  <a:moveTo>
                    <a:pt x="146090" y="50536"/>
                  </a:moveTo>
                  <a:cubicBezTo>
                    <a:pt x="127040" y="131816"/>
                    <a:pt x="115610" y="138166"/>
                    <a:pt x="104180" y="143246"/>
                  </a:cubicBezTo>
                  <a:cubicBezTo>
                    <a:pt x="94020" y="148326"/>
                    <a:pt x="81320" y="152136"/>
                    <a:pt x="68620" y="149596"/>
                  </a:cubicBezTo>
                  <a:cubicBezTo>
                    <a:pt x="50840" y="147056"/>
                    <a:pt x="19090" y="130546"/>
                    <a:pt x="7660" y="112766"/>
                  </a:cubicBezTo>
                  <a:cubicBezTo>
                    <a:pt x="-2500" y="94986"/>
                    <a:pt x="-1230" y="60696"/>
                    <a:pt x="3850" y="42916"/>
                  </a:cubicBezTo>
                  <a:cubicBezTo>
                    <a:pt x="7660" y="30216"/>
                    <a:pt x="15280" y="20056"/>
                    <a:pt x="26710" y="13706"/>
                  </a:cubicBezTo>
                  <a:cubicBezTo>
                    <a:pt x="41950" y="4816"/>
                    <a:pt x="77510" y="-2804"/>
                    <a:pt x="96560" y="1006"/>
                  </a:cubicBezTo>
                  <a:cubicBezTo>
                    <a:pt x="109260" y="3546"/>
                    <a:pt x="127040" y="20056"/>
                    <a:pt x="127040" y="20056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4032230" y="1951673"/>
            <a:ext cx="182880" cy="188595"/>
            <a:chOff x="0" y="0"/>
            <a:chExt cx="243840" cy="2514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46950" y="50236"/>
              <a:ext cx="146090" cy="150671"/>
            </a:xfrm>
            <a:custGeom>
              <a:avLst/>
              <a:gdLst/>
              <a:ahLst/>
              <a:cxnLst/>
              <a:rect r="r" b="b" t="t" l="l"/>
              <a:pathLst>
                <a:path h="150671" w="146090">
                  <a:moveTo>
                    <a:pt x="146090" y="51364"/>
                  </a:moveTo>
                  <a:cubicBezTo>
                    <a:pt x="127040" y="132644"/>
                    <a:pt x="115610" y="138994"/>
                    <a:pt x="104180" y="142804"/>
                  </a:cubicBezTo>
                  <a:cubicBezTo>
                    <a:pt x="94020" y="147884"/>
                    <a:pt x="81320" y="151694"/>
                    <a:pt x="68620" y="150424"/>
                  </a:cubicBezTo>
                  <a:cubicBezTo>
                    <a:pt x="50840" y="146614"/>
                    <a:pt x="19090" y="131374"/>
                    <a:pt x="7660" y="113594"/>
                  </a:cubicBezTo>
                  <a:cubicBezTo>
                    <a:pt x="-2500" y="9581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117002" y="1985962"/>
            <a:ext cx="182880" cy="188595"/>
            <a:chOff x="0" y="0"/>
            <a:chExt cx="243840" cy="2514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46950" y="49682"/>
              <a:ext cx="146090" cy="150516"/>
            </a:xfrm>
            <a:custGeom>
              <a:avLst/>
              <a:gdLst/>
              <a:ahLst/>
              <a:cxnLst/>
              <a:rect r="r" b="b" t="t" l="l"/>
              <a:pathLst>
                <a:path h="150516" w="146090">
                  <a:moveTo>
                    <a:pt x="146090" y="50648"/>
                  </a:moveTo>
                  <a:cubicBezTo>
                    <a:pt x="125770" y="131928"/>
                    <a:pt x="115610" y="138278"/>
                    <a:pt x="104180" y="143358"/>
                  </a:cubicBezTo>
                  <a:cubicBezTo>
                    <a:pt x="94020" y="14843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3028"/>
                  </a:cubicBezTo>
                  <a:cubicBezTo>
                    <a:pt x="7660" y="3032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5290" y="1118"/>
                  </a:cubicBezTo>
                  <a:cubicBezTo>
                    <a:pt x="109260" y="3658"/>
                    <a:pt x="127040" y="20168"/>
                    <a:pt x="127040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4117002" y="1968817"/>
            <a:ext cx="182880" cy="188595"/>
            <a:chOff x="0" y="0"/>
            <a:chExt cx="243840" cy="2514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577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2324"/>
                  </a:cubicBezTo>
                  <a:cubicBezTo>
                    <a:pt x="-2500" y="9454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529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134148" y="2019300"/>
            <a:ext cx="182880" cy="188595"/>
            <a:chOff x="0" y="0"/>
            <a:chExt cx="243840" cy="2514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46003" y="50240"/>
              <a:ext cx="147037" cy="151096"/>
            </a:xfrm>
            <a:custGeom>
              <a:avLst/>
              <a:gdLst/>
              <a:ahLst/>
              <a:cxnLst/>
              <a:rect r="r" b="b" t="t" l="l"/>
              <a:pathLst>
                <a:path h="151096" w="147037">
                  <a:moveTo>
                    <a:pt x="147037" y="51360"/>
                  </a:moveTo>
                  <a:cubicBezTo>
                    <a:pt x="126717" y="132640"/>
                    <a:pt x="115287" y="138990"/>
                    <a:pt x="105127" y="142800"/>
                  </a:cubicBezTo>
                  <a:cubicBezTo>
                    <a:pt x="93697" y="147880"/>
                    <a:pt x="82267" y="152960"/>
                    <a:pt x="69567" y="150420"/>
                  </a:cubicBezTo>
                  <a:cubicBezTo>
                    <a:pt x="50517" y="146610"/>
                    <a:pt x="18767" y="131370"/>
                    <a:pt x="8607" y="113590"/>
                  </a:cubicBezTo>
                  <a:cubicBezTo>
                    <a:pt x="-2823" y="95810"/>
                    <a:pt x="-1553" y="60250"/>
                    <a:pt x="4797" y="42470"/>
                  </a:cubicBezTo>
                  <a:cubicBezTo>
                    <a:pt x="8607" y="29770"/>
                    <a:pt x="14957" y="20880"/>
                    <a:pt x="26387" y="14530"/>
                  </a:cubicBezTo>
                  <a:cubicBezTo>
                    <a:pt x="42897" y="4370"/>
                    <a:pt x="78457" y="-1980"/>
                    <a:pt x="96237" y="560"/>
                  </a:cubicBezTo>
                  <a:cubicBezTo>
                    <a:pt x="108937" y="3100"/>
                    <a:pt x="127987" y="19610"/>
                    <a:pt x="127987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98007" y="1623060"/>
            <a:ext cx="12389387" cy="8229600"/>
            <a:chOff x="0" y="0"/>
            <a:chExt cx="16519182" cy="1097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19144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6519144">
                  <a:moveTo>
                    <a:pt x="0" y="0"/>
                  </a:moveTo>
                  <a:lnTo>
                    <a:pt x="16519144" y="0"/>
                  </a:lnTo>
                  <a:lnTo>
                    <a:pt x="16519144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1604524"/>
            <a:ext cx="13405980" cy="6769427"/>
            <a:chOff x="0" y="0"/>
            <a:chExt cx="17874640" cy="9025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874614" cy="9025890"/>
            </a:xfrm>
            <a:custGeom>
              <a:avLst/>
              <a:gdLst/>
              <a:ahLst/>
              <a:cxnLst/>
              <a:rect r="r" b="b" t="t" l="l"/>
              <a:pathLst>
                <a:path h="9025890" w="17874614">
                  <a:moveTo>
                    <a:pt x="0" y="0"/>
                  </a:moveTo>
                  <a:lnTo>
                    <a:pt x="17874614" y="0"/>
                  </a:lnTo>
                  <a:lnTo>
                    <a:pt x="17874614" y="9025890"/>
                  </a:lnTo>
                  <a:lnTo>
                    <a:pt x="0" y="902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490257" y="1783080"/>
            <a:ext cx="182880" cy="188595"/>
            <a:chOff x="0" y="0"/>
            <a:chExt cx="243840" cy="2514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6950" y="49682"/>
              <a:ext cx="146090" cy="150391"/>
            </a:xfrm>
            <a:custGeom>
              <a:avLst/>
              <a:gdLst/>
              <a:ahLst/>
              <a:cxnLst/>
              <a:rect r="r" b="b" t="t" l="l"/>
              <a:pathLst>
                <a:path h="150391" w="146090">
                  <a:moveTo>
                    <a:pt x="146090" y="50648"/>
                  </a:moveTo>
                  <a:cubicBezTo>
                    <a:pt x="127040" y="131928"/>
                    <a:pt x="115610" y="138278"/>
                    <a:pt x="104180" y="143358"/>
                  </a:cubicBezTo>
                  <a:cubicBezTo>
                    <a:pt x="94020" y="14716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1758"/>
                  </a:cubicBezTo>
                  <a:cubicBezTo>
                    <a:pt x="7660" y="2905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6560" y="1118"/>
                  </a:cubicBezTo>
                  <a:cubicBezTo>
                    <a:pt x="109260" y="2388"/>
                    <a:pt x="127040" y="18898"/>
                    <a:pt x="127040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507402" y="1714500"/>
            <a:ext cx="182880" cy="188595"/>
            <a:chOff x="0" y="0"/>
            <a:chExt cx="243840" cy="251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6950" y="50240"/>
              <a:ext cx="146090" cy="151096"/>
            </a:xfrm>
            <a:custGeom>
              <a:avLst/>
              <a:gdLst/>
              <a:ahLst/>
              <a:cxnLst/>
              <a:rect r="r" b="b" t="t" l="l"/>
              <a:pathLst>
                <a:path h="151096" w="146090">
                  <a:moveTo>
                    <a:pt x="146090" y="51360"/>
                  </a:moveTo>
                  <a:cubicBezTo>
                    <a:pt x="125770" y="132640"/>
                    <a:pt x="115610" y="138990"/>
                    <a:pt x="104180" y="142800"/>
                  </a:cubicBezTo>
                  <a:cubicBezTo>
                    <a:pt x="94020" y="147880"/>
                    <a:pt x="81320" y="152960"/>
                    <a:pt x="68620" y="150420"/>
                  </a:cubicBezTo>
                  <a:cubicBezTo>
                    <a:pt x="50840" y="146610"/>
                    <a:pt x="19090" y="131370"/>
                    <a:pt x="7660" y="113590"/>
                  </a:cubicBezTo>
                  <a:cubicBezTo>
                    <a:pt x="-2500" y="95810"/>
                    <a:pt x="-1230" y="60250"/>
                    <a:pt x="3850" y="42470"/>
                  </a:cubicBezTo>
                  <a:cubicBezTo>
                    <a:pt x="7660" y="29770"/>
                    <a:pt x="15280" y="20880"/>
                    <a:pt x="26710" y="14530"/>
                  </a:cubicBezTo>
                  <a:cubicBezTo>
                    <a:pt x="41950" y="4370"/>
                    <a:pt x="77510" y="-1980"/>
                    <a:pt x="95290" y="560"/>
                  </a:cubicBezTo>
                  <a:cubicBezTo>
                    <a:pt x="109260" y="3100"/>
                    <a:pt x="127040" y="19610"/>
                    <a:pt x="127040" y="19610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92175" y="1698308"/>
            <a:ext cx="182880" cy="188595"/>
            <a:chOff x="0" y="0"/>
            <a:chExt cx="243840" cy="2514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6431" y="49682"/>
              <a:ext cx="146609" cy="150516"/>
            </a:xfrm>
            <a:custGeom>
              <a:avLst/>
              <a:gdLst/>
              <a:ahLst/>
              <a:cxnLst/>
              <a:rect r="r" b="b" t="t" l="l"/>
              <a:pathLst>
                <a:path h="150516" w="146609">
                  <a:moveTo>
                    <a:pt x="146609" y="50648"/>
                  </a:moveTo>
                  <a:cubicBezTo>
                    <a:pt x="126289" y="131928"/>
                    <a:pt x="116129" y="138278"/>
                    <a:pt x="104699" y="143358"/>
                  </a:cubicBezTo>
                  <a:cubicBezTo>
                    <a:pt x="94539" y="148438"/>
                    <a:pt x="81839" y="152248"/>
                    <a:pt x="69139" y="149708"/>
                  </a:cubicBezTo>
                  <a:cubicBezTo>
                    <a:pt x="51359" y="145898"/>
                    <a:pt x="19609" y="130658"/>
                    <a:pt x="8179" y="112878"/>
                  </a:cubicBezTo>
                  <a:cubicBezTo>
                    <a:pt x="-1981" y="95098"/>
                    <a:pt x="-1981" y="59538"/>
                    <a:pt x="4369" y="41758"/>
                  </a:cubicBezTo>
                  <a:cubicBezTo>
                    <a:pt x="8179" y="29058"/>
                    <a:pt x="15799" y="20168"/>
                    <a:pt x="25959" y="13818"/>
                  </a:cubicBezTo>
                  <a:cubicBezTo>
                    <a:pt x="42469" y="3658"/>
                    <a:pt x="78029" y="-2692"/>
                    <a:pt x="95809" y="1118"/>
                  </a:cubicBezTo>
                  <a:cubicBezTo>
                    <a:pt x="109779" y="3658"/>
                    <a:pt x="127559" y="20168"/>
                    <a:pt x="127559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609320" y="1748790"/>
            <a:ext cx="182880" cy="188595"/>
            <a:chOff x="0" y="0"/>
            <a:chExt cx="243840" cy="2514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6003" y="49794"/>
              <a:ext cx="147037" cy="150404"/>
            </a:xfrm>
            <a:custGeom>
              <a:avLst/>
              <a:gdLst/>
              <a:ahLst/>
              <a:cxnLst/>
              <a:rect r="r" b="b" t="t" l="l"/>
              <a:pathLst>
                <a:path h="150404" w="147037">
                  <a:moveTo>
                    <a:pt x="147037" y="50536"/>
                  </a:moveTo>
                  <a:cubicBezTo>
                    <a:pt x="126717" y="131816"/>
                    <a:pt x="115287" y="138166"/>
                    <a:pt x="105127" y="143246"/>
                  </a:cubicBezTo>
                  <a:cubicBezTo>
                    <a:pt x="93697" y="148326"/>
                    <a:pt x="82267" y="152136"/>
                    <a:pt x="69567" y="149596"/>
                  </a:cubicBezTo>
                  <a:cubicBezTo>
                    <a:pt x="50517" y="147056"/>
                    <a:pt x="18767" y="130546"/>
                    <a:pt x="8607" y="112766"/>
                  </a:cubicBezTo>
                  <a:cubicBezTo>
                    <a:pt x="-2823" y="94986"/>
                    <a:pt x="-1553" y="60696"/>
                    <a:pt x="4797" y="42916"/>
                  </a:cubicBezTo>
                  <a:cubicBezTo>
                    <a:pt x="8607" y="30216"/>
                    <a:pt x="14957" y="20056"/>
                    <a:pt x="26387" y="13706"/>
                  </a:cubicBezTo>
                  <a:cubicBezTo>
                    <a:pt x="42897" y="4816"/>
                    <a:pt x="78457" y="-2804"/>
                    <a:pt x="96237" y="1006"/>
                  </a:cubicBezTo>
                  <a:cubicBezTo>
                    <a:pt x="108937" y="3546"/>
                    <a:pt x="127987" y="20056"/>
                    <a:pt x="127987" y="20056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540740" y="1783080"/>
            <a:ext cx="182880" cy="188595"/>
            <a:chOff x="0" y="0"/>
            <a:chExt cx="243840" cy="2514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7065" y="49682"/>
              <a:ext cx="145975" cy="150391"/>
            </a:xfrm>
            <a:custGeom>
              <a:avLst/>
              <a:gdLst/>
              <a:ahLst/>
              <a:cxnLst/>
              <a:rect r="r" b="b" t="t" l="l"/>
              <a:pathLst>
                <a:path h="150391" w="145975">
                  <a:moveTo>
                    <a:pt x="145975" y="50648"/>
                  </a:moveTo>
                  <a:cubicBezTo>
                    <a:pt x="126925" y="131928"/>
                    <a:pt x="115495" y="138278"/>
                    <a:pt x="105335" y="143358"/>
                  </a:cubicBezTo>
                  <a:cubicBezTo>
                    <a:pt x="93905" y="147168"/>
                    <a:pt x="82475" y="152248"/>
                    <a:pt x="68505" y="149708"/>
                  </a:cubicBezTo>
                  <a:cubicBezTo>
                    <a:pt x="50725" y="145898"/>
                    <a:pt x="18975" y="130658"/>
                    <a:pt x="8815" y="112878"/>
                  </a:cubicBezTo>
                  <a:cubicBezTo>
                    <a:pt x="-2615" y="95098"/>
                    <a:pt x="-1345" y="59538"/>
                    <a:pt x="3735" y="41758"/>
                  </a:cubicBezTo>
                  <a:cubicBezTo>
                    <a:pt x="8815" y="29058"/>
                    <a:pt x="15165" y="20168"/>
                    <a:pt x="26595" y="13818"/>
                  </a:cubicBezTo>
                  <a:cubicBezTo>
                    <a:pt x="43105" y="3658"/>
                    <a:pt x="78665" y="-2692"/>
                    <a:pt x="96445" y="1118"/>
                  </a:cubicBezTo>
                  <a:cubicBezTo>
                    <a:pt x="109145" y="2388"/>
                    <a:pt x="128195" y="18898"/>
                    <a:pt x="128195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575030" y="1799273"/>
            <a:ext cx="182880" cy="188595"/>
            <a:chOff x="0" y="0"/>
            <a:chExt cx="243840" cy="2514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6950" y="50236"/>
              <a:ext cx="146090" cy="150671"/>
            </a:xfrm>
            <a:custGeom>
              <a:avLst/>
              <a:gdLst/>
              <a:ahLst/>
              <a:cxnLst/>
              <a:rect r="r" b="b" t="t" l="l"/>
              <a:pathLst>
                <a:path h="150671" w="146090">
                  <a:moveTo>
                    <a:pt x="146090" y="51364"/>
                  </a:moveTo>
                  <a:cubicBezTo>
                    <a:pt x="127040" y="132644"/>
                    <a:pt x="115610" y="138994"/>
                    <a:pt x="104180" y="142804"/>
                  </a:cubicBezTo>
                  <a:cubicBezTo>
                    <a:pt x="94020" y="147884"/>
                    <a:pt x="81320" y="151694"/>
                    <a:pt x="68620" y="150424"/>
                  </a:cubicBezTo>
                  <a:cubicBezTo>
                    <a:pt x="50840" y="146614"/>
                    <a:pt x="19090" y="131374"/>
                    <a:pt x="7660" y="113594"/>
                  </a:cubicBezTo>
                  <a:cubicBezTo>
                    <a:pt x="-2500" y="9581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524548" y="1816417"/>
            <a:ext cx="182880" cy="188595"/>
            <a:chOff x="0" y="0"/>
            <a:chExt cx="243840" cy="251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46003" y="50236"/>
              <a:ext cx="147037" cy="149963"/>
            </a:xfrm>
            <a:custGeom>
              <a:avLst/>
              <a:gdLst/>
              <a:ahLst/>
              <a:cxnLst/>
              <a:rect r="r" b="b" t="t" l="l"/>
              <a:pathLst>
                <a:path h="149963" w="147037">
                  <a:moveTo>
                    <a:pt x="147037" y="51364"/>
                  </a:moveTo>
                  <a:cubicBezTo>
                    <a:pt x="126717" y="131374"/>
                    <a:pt x="115287" y="137724"/>
                    <a:pt x="105127" y="142804"/>
                  </a:cubicBezTo>
                  <a:cubicBezTo>
                    <a:pt x="93697" y="147884"/>
                    <a:pt x="82267" y="151694"/>
                    <a:pt x="69567" y="149154"/>
                  </a:cubicBezTo>
                  <a:cubicBezTo>
                    <a:pt x="50517" y="146614"/>
                    <a:pt x="18767" y="131374"/>
                    <a:pt x="8607" y="112324"/>
                  </a:cubicBezTo>
                  <a:cubicBezTo>
                    <a:pt x="-2823" y="94544"/>
                    <a:pt x="-1553" y="60254"/>
                    <a:pt x="4797" y="42474"/>
                  </a:cubicBezTo>
                  <a:cubicBezTo>
                    <a:pt x="8607" y="29774"/>
                    <a:pt x="14957" y="20884"/>
                    <a:pt x="26387" y="13264"/>
                  </a:cubicBezTo>
                  <a:cubicBezTo>
                    <a:pt x="42897" y="4374"/>
                    <a:pt x="78457" y="-1976"/>
                    <a:pt x="96237" y="564"/>
                  </a:cubicBezTo>
                  <a:cubicBezTo>
                    <a:pt x="108937" y="3104"/>
                    <a:pt x="127987" y="19614"/>
                    <a:pt x="127987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575030" y="1783080"/>
            <a:ext cx="182880" cy="188595"/>
            <a:chOff x="0" y="0"/>
            <a:chExt cx="243840" cy="2514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46950" y="49682"/>
              <a:ext cx="146090" cy="150391"/>
            </a:xfrm>
            <a:custGeom>
              <a:avLst/>
              <a:gdLst/>
              <a:ahLst/>
              <a:cxnLst/>
              <a:rect r="r" b="b" t="t" l="l"/>
              <a:pathLst>
                <a:path h="150391" w="146090">
                  <a:moveTo>
                    <a:pt x="146090" y="50648"/>
                  </a:moveTo>
                  <a:cubicBezTo>
                    <a:pt x="127040" y="131928"/>
                    <a:pt x="115610" y="138278"/>
                    <a:pt x="104180" y="143358"/>
                  </a:cubicBezTo>
                  <a:cubicBezTo>
                    <a:pt x="94020" y="147168"/>
                    <a:pt x="81320" y="152248"/>
                    <a:pt x="68620" y="149708"/>
                  </a:cubicBezTo>
                  <a:cubicBezTo>
                    <a:pt x="50840" y="145898"/>
                    <a:pt x="19090" y="130658"/>
                    <a:pt x="7660" y="112878"/>
                  </a:cubicBezTo>
                  <a:cubicBezTo>
                    <a:pt x="-2500" y="95098"/>
                    <a:pt x="-1230" y="59538"/>
                    <a:pt x="3850" y="41758"/>
                  </a:cubicBezTo>
                  <a:cubicBezTo>
                    <a:pt x="7660" y="29058"/>
                    <a:pt x="15280" y="20168"/>
                    <a:pt x="26710" y="13818"/>
                  </a:cubicBezTo>
                  <a:cubicBezTo>
                    <a:pt x="41950" y="3658"/>
                    <a:pt x="77510" y="-2692"/>
                    <a:pt x="96560" y="1118"/>
                  </a:cubicBezTo>
                  <a:cubicBezTo>
                    <a:pt x="109260" y="2388"/>
                    <a:pt x="127040" y="18898"/>
                    <a:pt x="127040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575030" y="1799273"/>
            <a:ext cx="182880" cy="188595"/>
            <a:chOff x="0" y="0"/>
            <a:chExt cx="243840" cy="2514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6950" y="50236"/>
              <a:ext cx="146090" cy="150671"/>
            </a:xfrm>
            <a:custGeom>
              <a:avLst/>
              <a:gdLst/>
              <a:ahLst/>
              <a:cxnLst/>
              <a:rect r="r" b="b" t="t" l="l"/>
              <a:pathLst>
                <a:path h="150671" w="146090">
                  <a:moveTo>
                    <a:pt x="146090" y="51364"/>
                  </a:moveTo>
                  <a:cubicBezTo>
                    <a:pt x="127040" y="132644"/>
                    <a:pt x="115610" y="138994"/>
                    <a:pt x="104180" y="142804"/>
                  </a:cubicBezTo>
                  <a:cubicBezTo>
                    <a:pt x="94020" y="147884"/>
                    <a:pt x="81320" y="151694"/>
                    <a:pt x="68620" y="150424"/>
                  </a:cubicBezTo>
                  <a:cubicBezTo>
                    <a:pt x="50840" y="146614"/>
                    <a:pt x="19090" y="131374"/>
                    <a:pt x="7660" y="113594"/>
                  </a:cubicBezTo>
                  <a:cubicBezTo>
                    <a:pt x="-2500" y="9581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95728" y="1913058"/>
            <a:ext cx="12413504" cy="7405430"/>
            <a:chOff x="0" y="0"/>
            <a:chExt cx="16551339" cy="98739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51402" cy="9873869"/>
            </a:xfrm>
            <a:custGeom>
              <a:avLst/>
              <a:gdLst/>
              <a:ahLst/>
              <a:cxnLst/>
              <a:rect r="r" b="b" t="t" l="l"/>
              <a:pathLst>
                <a:path h="9873869" w="16551402">
                  <a:moveTo>
                    <a:pt x="0" y="0"/>
                  </a:moveTo>
                  <a:lnTo>
                    <a:pt x="16551402" y="0"/>
                  </a:lnTo>
                  <a:lnTo>
                    <a:pt x="16551402" y="9873869"/>
                  </a:lnTo>
                  <a:lnTo>
                    <a:pt x="0" y="9873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81470" y="1802378"/>
            <a:ext cx="13913253" cy="7040089"/>
            <a:chOff x="0" y="0"/>
            <a:chExt cx="18551004" cy="93867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551017" cy="9386824"/>
            </a:xfrm>
            <a:custGeom>
              <a:avLst/>
              <a:gdLst/>
              <a:ahLst/>
              <a:cxnLst/>
              <a:rect r="r" b="b" t="t" l="l"/>
              <a:pathLst>
                <a:path h="9386824" w="18551017">
                  <a:moveTo>
                    <a:pt x="0" y="0"/>
                  </a:moveTo>
                  <a:lnTo>
                    <a:pt x="18551017" y="0"/>
                  </a:lnTo>
                  <a:lnTo>
                    <a:pt x="18551017" y="9386824"/>
                  </a:lnTo>
                  <a:lnTo>
                    <a:pt x="0" y="9386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049375" y="1935480"/>
            <a:ext cx="182880" cy="188595"/>
            <a:chOff x="0" y="0"/>
            <a:chExt cx="243840" cy="2514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6431" y="49682"/>
              <a:ext cx="146609" cy="150391"/>
            </a:xfrm>
            <a:custGeom>
              <a:avLst/>
              <a:gdLst/>
              <a:ahLst/>
              <a:cxnLst/>
              <a:rect r="r" b="b" t="t" l="l"/>
              <a:pathLst>
                <a:path h="150391" w="146609">
                  <a:moveTo>
                    <a:pt x="146609" y="50648"/>
                  </a:moveTo>
                  <a:cubicBezTo>
                    <a:pt x="126289" y="131928"/>
                    <a:pt x="116129" y="138278"/>
                    <a:pt x="104699" y="143358"/>
                  </a:cubicBezTo>
                  <a:cubicBezTo>
                    <a:pt x="94539" y="147168"/>
                    <a:pt x="81839" y="152248"/>
                    <a:pt x="69139" y="149708"/>
                  </a:cubicBezTo>
                  <a:cubicBezTo>
                    <a:pt x="51359" y="145898"/>
                    <a:pt x="19609" y="130658"/>
                    <a:pt x="8179" y="112878"/>
                  </a:cubicBezTo>
                  <a:cubicBezTo>
                    <a:pt x="-1981" y="95098"/>
                    <a:pt x="-1981" y="59538"/>
                    <a:pt x="4369" y="41758"/>
                  </a:cubicBezTo>
                  <a:cubicBezTo>
                    <a:pt x="8179" y="29058"/>
                    <a:pt x="15799" y="20168"/>
                    <a:pt x="25959" y="13818"/>
                  </a:cubicBezTo>
                  <a:cubicBezTo>
                    <a:pt x="42469" y="3658"/>
                    <a:pt x="78029" y="-2692"/>
                    <a:pt x="95809" y="1118"/>
                  </a:cubicBezTo>
                  <a:cubicBezTo>
                    <a:pt x="109779" y="2388"/>
                    <a:pt x="127559" y="18898"/>
                    <a:pt x="127559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049375" y="1935480"/>
            <a:ext cx="182880" cy="188595"/>
            <a:chOff x="0" y="0"/>
            <a:chExt cx="243840" cy="251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6431" y="49682"/>
              <a:ext cx="146609" cy="150391"/>
            </a:xfrm>
            <a:custGeom>
              <a:avLst/>
              <a:gdLst/>
              <a:ahLst/>
              <a:cxnLst/>
              <a:rect r="r" b="b" t="t" l="l"/>
              <a:pathLst>
                <a:path h="150391" w="146609">
                  <a:moveTo>
                    <a:pt x="146609" y="50648"/>
                  </a:moveTo>
                  <a:cubicBezTo>
                    <a:pt x="126289" y="131928"/>
                    <a:pt x="116129" y="138278"/>
                    <a:pt x="104699" y="143358"/>
                  </a:cubicBezTo>
                  <a:cubicBezTo>
                    <a:pt x="94539" y="147168"/>
                    <a:pt x="81839" y="152248"/>
                    <a:pt x="69139" y="149708"/>
                  </a:cubicBezTo>
                  <a:cubicBezTo>
                    <a:pt x="51359" y="145898"/>
                    <a:pt x="19609" y="130658"/>
                    <a:pt x="8179" y="112878"/>
                  </a:cubicBezTo>
                  <a:cubicBezTo>
                    <a:pt x="-1981" y="95098"/>
                    <a:pt x="-1981" y="59538"/>
                    <a:pt x="4369" y="41758"/>
                  </a:cubicBezTo>
                  <a:cubicBezTo>
                    <a:pt x="8179" y="29058"/>
                    <a:pt x="15799" y="20168"/>
                    <a:pt x="25959" y="13818"/>
                  </a:cubicBezTo>
                  <a:cubicBezTo>
                    <a:pt x="42469" y="3658"/>
                    <a:pt x="78029" y="-2692"/>
                    <a:pt x="95809" y="1118"/>
                  </a:cubicBezTo>
                  <a:cubicBezTo>
                    <a:pt x="109779" y="2388"/>
                    <a:pt x="127559" y="18898"/>
                    <a:pt x="127559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997940" y="1951673"/>
            <a:ext cx="182880" cy="188595"/>
            <a:chOff x="0" y="0"/>
            <a:chExt cx="243840" cy="2514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7065" y="50236"/>
              <a:ext cx="145975" cy="150671"/>
            </a:xfrm>
            <a:custGeom>
              <a:avLst/>
              <a:gdLst/>
              <a:ahLst/>
              <a:cxnLst/>
              <a:rect r="r" b="b" t="t" l="l"/>
              <a:pathLst>
                <a:path h="150671" w="145975">
                  <a:moveTo>
                    <a:pt x="145975" y="51364"/>
                  </a:moveTo>
                  <a:cubicBezTo>
                    <a:pt x="126925" y="132644"/>
                    <a:pt x="115495" y="138994"/>
                    <a:pt x="105335" y="142804"/>
                  </a:cubicBezTo>
                  <a:cubicBezTo>
                    <a:pt x="93905" y="147884"/>
                    <a:pt x="82475" y="151694"/>
                    <a:pt x="68505" y="150424"/>
                  </a:cubicBezTo>
                  <a:cubicBezTo>
                    <a:pt x="50725" y="146614"/>
                    <a:pt x="18975" y="131374"/>
                    <a:pt x="8815" y="113594"/>
                  </a:cubicBezTo>
                  <a:cubicBezTo>
                    <a:pt x="-2615" y="95814"/>
                    <a:pt x="-1345" y="60254"/>
                    <a:pt x="3735" y="42474"/>
                  </a:cubicBezTo>
                  <a:cubicBezTo>
                    <a:pt x="8815" y="29774"/>
                    <a:pt x="15165" y="20884"/>
                    <a:pt x="26595" y="13264"/>
                  </a:cubicBezTo>
                  <a:cubicBezTo>
                    <a:pt x="43105" y="4374"/>
                    <a:pt x="78665" y="-1976"/>
                    <a:pt x="96445" y="564"/>
                  </a:cubicBezTo>
                  <a:cubicBezTo>
                    <a:pt x="109145" y="3104"/>
                    <a:pt x="128195" y="19614"/>
                    <a:pt x="128195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032230" y="1884045"/>
            <a:ext cx="182880" cy="188595"/>
            <a:chOff x="0" y="0"/>
            <a:chExt cx="243840" cy="2514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704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3594"/>
                  </a:cubicBezTo>
                  <a:cubicBezTo>
                    <a:pt x="-2500" y="9581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099857" y="1968817"/>
            <a:ext cx="182880" cy="188595"/>
            <a:chOff x="0" y="0"/>
            <a:chExt cx="243840" cy="2514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6950" y="50236"/>
              <a:ext cx="146090" cy="149963"/>
            </a:xfrm>
            <a:custGeom>
              <a:avLst/>
              <a:gdLst/>
              <a:ahLst/>
              <a:cxnLst/>
              <a:rect r="r" b="b" t="t" l="l"/>
              <a:pathLst>
                <a:path h="149963" w="146090">
                  <a:moveTo>
                    <a:pt x="146090" y="51364"/>
                  </a:moveTo>
                  <a:cubicBezTo>
                    <a:pt x="127040" y="131374"/>
                    <a:pt x="115610" y="137724"/>
                    <a:pt x="104180" y="142804"/>
                  </a:cubicBezTo>
                  <a:cubicBezTo>
                    <a:pt x="94020" y="147884"/>
                    <a:pt x="81320" y="151694"/>
                    <a:pt x="68620" y="149154"/>
                  </a:cubicBezTo>
                  <a:cubicBezTo>
                    <a:pt x="50840" y="146614"/>
                    <a:pt x="19090" y="131374"/>
                    <a:pt x="7660" y="112324"/>
                  </a:cubicBezTo>
                  <a:cubicBezTo>
                    <a:pt x="-2500" y="94544"/>
                    <a:pt x="-1230" y="60254"/>
                    <a:pt x="3850" y="42474"/>
                  </a:cubicBezTo>
                  <a:cubicBezTo>
                    <a:pt x="7660" y="29774"/>
                    <a:pt x="15280" y="20884"/>
                    <a:pt x="26710" y="13264"/>
                  </a:cubicBezTo>
                  <a:cubicBezTo>
                    <a:pt x="41950" y="4374"/>
                    <a:pt x="77510" y="-1976"/>
                    <a:pt x="96560" y="564"/>
                  </a:cubicBezTo>
                  <a:cubicBezTo>
                    <a:pt x="109260" y="3104"/>
                    <a:pt x="127040" y="19614"/>
                    <a:pt x="127040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066520" y="2003108"/>
            <a:ext cx="182880" cy="188595"/>
            <a:chOff x="0" y="0"/>
            <a:chExt cx="243840" cy="2514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6003" y="49682"/>
              <a:ext cx="147037" cy="150516"/>
            </a:xfrm>
            <a:custGeom>
              <a:avLst/>
              <a:gdLst/>
              <a:ahLst/>
              <a:cxnLst/>
              <a:rect r="r" b="b" t="t" l="l"/>
              <a:pathLst>
                <a:path h="150516" w="147037">
                  <a:moveTo>
                    <a:pt x="147037" y="50648"/>
                  </a:moveTo>
                  <a:cubicBezTo>
                    <a:pt x="126717" y="131928"/>
                    <a:pt x="115287" y="138278"/>
                    <a:pt x="105127" y="143358"/>
                  </a:cubicBezTo>
                  <a:cubicBezTo>
                    <a:pt x="93697" y="148438"/>
                    <a:pt x="82267" y="152248"/>
                    <a:pt x="69567" y="149708"/>
                  </a:cubicBezTo>
                  <a:cubicBezTo>
                    <a:pt x="50517" y="145898"/>
                    <a:pt x="18767" y="130658"/>
                    <a:pt x="8607" y="112878"/>
                  </a:cubicBezTo>
                  <a:cubicBezTo>
                    <a:pt x="-2823" y="95098"/>
                    <a:pt x="-1553" y="59538"/>
                    <a:pt x="4797" y="41758"/>
                  </a:cubicBezTo>
                  <a:cubicBezTo>
                    <a:pt x="8607" y="29058"/>
                    <a:pt x="14957" y="20168"/>
                    <a:pt x="26387" y="13818"/>
                  </a:cubicBezTo>
                  <a:cubicBezTo>
                    <a:pt x="42897" y="3658"/>
                    <a:pt x="78457" y="-2692"/>
                    <a:pt x="96237" y="1118"/>
                  </a:cubicBezTo>
                  <a:cubicBezTo>
                    <a:pt x="108937" y="3658"/>
                    <a:pt x="127987" y="20168"/>
                    <a:pt x="127987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997940" y="2003108"/>
            <a:ext cx="182880" cy="188595"/>
            <a:chOff x="0" y="0"/>
            <a:chExt cx="243840" cy="251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47065" y="49682"/>
              <a:ext cx="145975" cy="150516"/>
            </a:xfrm>
            <a:custGeom>
              <a:avLst/>
              <a:gdLst/>
              <a:ahLst/>
              <a:cxnLst/>
              <a:rect r="r" b="b" t="t" l="l"/>
              <a:pathLst>
                <a:path h="150516" w="145975">
                  <a:moveTo>
                    <a:pt x="145975" y="50648"/>
                  </a:moveTo>
                  <a:cubicBezTo>
                    <a:pt x="126925" y="131928"/>
                    <a:pt x="115495" y="138278"/>
                    <a:pt x="105335" y="143358"/>
                  </a:cubicBezTo>
                  <a:cubicBezTo>
                    <a:pt x="93905" y="148438"/>
                    <a:pt x="82475" y="152248"/>
                    <a:pt x="68505" y="149708"/>
                  </a:cubicBezTo>
                  <a:cubicBezTo>
                    <a:pt x="50725" y="145898"/>
                    <a:pt x="18975" y="130658"/>
                    <a:pt x="8815" y="112878"/>
                  </a:cubicBezTo>
                  <a:cubicBezTo>
                    <a:pt x="-2615" y="95098"/>
                    <a:pt x="-1345" y="59538"/>
                    <a:pt x="3735" y="41758"/>
                  </a:cubicBezTo>
                  <a:cubicBezTo>
                    <a:pt x="8815" y="29058"/>
                    <a:pt x="15165" y="20168"/>
                    <a:pt x="26595" y="13818"/>
                  </a:cubicBezTo>
                  <a:cubicBezTo>
                    <a:pt x="43105" y="3658"/>
                    <a:pt x="78665" y="-2692"/>
                    <a:pt x="96445" y="1118"/>
                  </a:cubicBezTo>
                  <a:cubicBezTo>
                    <a:pt x="109145" y="3658"/>
                    <a:pt x="128195" y="20168"/>
                    <a:pt x="128195" y="2016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015085" y="1951673"/>
            <a:ext cx="182880" cy="188595"/>
            <a:chOff x="0" y="0"/>
            <a:chExt cx="243840" cy="2514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47065" y="50236"/>
              <a:ext cx="145975" cy="150671"/>
            </a:xfrm>
            <a:custGeom>
              <a:avLst/>
              <a:gdLst/>
              <a:ahLst/>
              <a:cxnLst/>
              <a:rect r="r" b="b" t="t" l="l"/>
              <a:pathLst>
                <a:path h="150671" w="145975">
                  <a:moveTo>
                    <a:pt x="145975" y="51364"/>
                  </a:moveTo>
                  <a:cubicBezTo>
                    <a:pt x="126925" y="132644"/>
                    <a:pt x="115495" y="138994"/>
                    <a:pt x="105335" y="142804"/>
                  </a:cubicBezTo>
                  <a:cubicBezTo>
                    <a:pt x="93905" y="147884"/>
                    <a:pt x="82475" y="151694"/>
                    <a:pt x="68505" y="150424"/>
                  </a:cubicBezTo>
                  <a:cubicBezTo>
                    <a:pt x="50725" y="146614"/>
                    <a:pt x="18975" y="131374"/>
                    <a:pt x="8815" y="113594"/>
                  </a:cubicBezTo>
                  <a:cubicBezTo>
                    <a:pt x="-2615" y="95814"/>
                    <a:pt x="-1345" y="60254"/>
                    <a:pt x="3735" y="42474"/>
                  </a:cubicBezTo>
                  <a:cubicBezTo>
                    <a:pt x="7545" y="29774"/>
                    <a:pt x="15165" y="20884"/>
                    <a:pt x="26595" y="13264"/>
                  </a:cubicBezTo>
                  <a:cubicBezTo>
                    <a:pt x="41835" y="4374"/>
                    <a:pt x="77395" y="-1976"/>
                    <a:pt x="96445" y="564"/>
                  </a:cubicBezTo>
                  <a:cubicBezTo>
                    <a:pt x="109145" y="3104"/>
                    <a:pt x="126925" y="19614"/>
                    <a:pt x="126925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997940" y="1951673"/>
            <a:ext cx="182880" cy="188595"/>
            <a:chOff x="0" y="0"/>
            <a:chExt cx="243840" cy="2514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7065" y="50236"/>
              <a:ext cx="145975" cy="150671"/>
            </a:xfrm>
            <a:custGeom>
              <a:avLst/>
              <a:gdLst/>
              <a:ahLst/>
              <a:cxnLst/>
              <a:rect r="r" b="b" t="t" l="l"/>
              <a:pathLst>
                <a:path h="150671" w="145975">
                  <a:moveTo>
                    <a:pt x="145975" y="51364"/>
                  </a:moveTo>
                  <a:cubicBezTo>
                    <a:pt x="126925" y="132644"/>
                    <a:pt x="115495" y="138994"/>
                    <a:pt x="105335" y="142804"/>
                  </a:cubicBezTo>
                  <a:cubicBezTo>
                    <a:pt x="93905" y="147884"/>
                    <a:pt x="82475" y="151694"/>
                    <a:pt x="68505" y="150424"/>
                  </a:cubicBezTo>
                  <a:cubicBezTo>
                    <a:pt x="50725" y="146614"/>
                    <a:pt x="18975" y="131374"/>
                    <a:pt x="8815" y="113594"/>
                  </a:cubicBezTo>
                  <a:cubicBezTo>
                    <a:pt x="-2615" y="95814"/>
                    <a:pt x="-1345" y="60254"/>
                    <a:pt x="3735" y="42474"/>
                  </a:cubicBezTo>
                  <a:cubicBezTo>
                    <a:pt x="8815" y="29774"/>
                    <a:pt x="15165" y="20884"/>
                    <a:pt x="26595" y="13264"/>
                  </a:cubicBezTo>
                  <a:cubicBezTo>
                    <a:pt x="43105" y="4374"/>
                    <a:pt x="78665" y="-1976"/>
                    <a:pt x="96445" y="564"/>
                  </a:cubicBezTo>
                  <a:cubicBezTo>
                    <a:pt x="109145" y="3104"/>
                    <a:pt x="128195" y="19614"/>
                    <a:pt x="128195" y="19614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4015085" y="1935480"/>
            <a:ext cx="182880" cy="188595"/>
            <a:chOff x="0" y="0"/>
            <a:chExt cx="243840" cy="2514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47065" y="49682"/>
              <a:ext cx="145975" cy="150391"/>
            </a:xfrm>
            <a:custGeom>
              <a:avLst/>
              <a:gdLst/>
              <a:ahLst/>
              <a:cxnLst/>
              <a:rect r="r" b="b" t="t" l="l"/>
              <a:pathLst>
                <a:path h="150391" w="145975">
                  <a:moveTo>
                    <a:pt x="145975" y="50648"/>
                  </a:moveTo>
                  <a:cubicBezTo>
                    <a:pt x="126925" y="131928"/>
                    <a:pt x="115495" y="138278"/>
                    <a:pt x="105335" y="143358"/>
                  </a:cubicBezTo>
                  <a:cubicBezTo>
                    <a:pt x="93905" y="147168"/>
                    <a:pt x="82475" y="152248"/>
                    <a:pt x="68505" y="149708"/>
                  </a:cubicBezTo>
                  <a:cubicBezTo>
                    <a:pt x="50725" y="145898"/>
                    <a:pt x="18975" y="130658"/>
                    <a:pt x="8815" y="112878"/>
                  </a:cubicBezTo>
                  <a:cubicBezTo>
                    <a:pt x="-2615" y="95098"/>
                    <a:pt x="-1345" y="59538"/>
                    <a:pt x="3735" y="41758"/>
                  </a:cubicBezTo>
                  <a:cubicBezTo>
                    <a:pt x="7545" y="29058"/>
                    <a:pt x="15165" y="20168"/>
                    <a:pt x="26595" y="13818"/>
                  </a:cubicBezTo>
                  <a:cubicBezTo>
                    <a:pt x="41835" y="3658"/>
                    <a:pt x="77395" y="-2692"/>
                    <a:pt x="96445" y="1118"/>
                  </a:cubicBezTo>
                  <a:cubicBezTo>
                    <a:pt x="109145" y="2388"/>
                    <a:pt x="126925" y="18898"/>
                    <a:pt x="126925" y="18898"/>
                  </a:cubicBezTo>
                </a:path>
              </a:pathLst>
            </a:custGeom>
            <a:solidFill>
              <a:srgbClr val="9BDDF3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Future scope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8110" y="2607926"/>
            <a:ext cx="13208289" cy="50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 a </a:t>
            </a:r>
            <a:r>
              <a:rPr lang="en-US" b="true" sz="3600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predictive model for crop yield and profitability</a:t>
            </a: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Add real-time weather and soil data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Build an interactive agricultural dashboard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 more regions and multiple years of data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 crop recommendation based on seasonal conditions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Explore machine learning for early risk and yield prediction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 satellite/remote-sensing data for regional analysis</a:t>
            </a:r>
          </a:p>
          <a:p>
            <a:pPr algn="l" marL="651510" indent="-325755" lvl="1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GitHub Link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09979" y="3801628"/>
            <a:ext cx="2857929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u="sng">
                <a:solidFill>
                  <a:srgbClr val="3FCDE7"/>
                </a:solidFill>
                <a:latin typeface="Trebuchet MS"/>
                <a:ea typeface="Trebuchet MS"/>
                <a:cs typeface="Trebuchet MS"/>
                <a:sym typeface="Trebuchet MS"/>
                <a:hlinkClick r:id="rId4" tooltip="https://github.com/sneharay399-ray/seasonal-agriculture-performance-analysis"/>
              </a:rPr>
              <a:t>Github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  <a:r>
              <a:rPr lang="en-US" sz="4800" u="sng">
                <a:solidFill>
                  <a:srgbClr val="3FCDE7"/>
                </a:solidFill>
                <a:latin typeface="Trebuchet MS"/>
                <a:ea typeface="Trebuchet MS"/>
                <a:cs typeface="Trebuchet MS"/>
                <a:sym typeface="Trebuchet MS"/>
                <a:hlinkClick r:id="rId5" tooltip="https://colab.research.google.com/drive/1PjWYo5Qv1JpOqC5wWp9lwChZoNcKIpHg?usp=sharing"/>
              </a:rPr>
              <a:t>Notebook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99334" y="3801628"/>
            <a:ext cx="3679231" cy="79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Link 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37115" y="5200793"/>
            <a:ext cx="4441460" cy="79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Notebook Link 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055457" y="2088347"/>
            <a:ext cx="11330283" cy="7344642"/>
            <a:chOff x="0" y="0"/>
            <a:chExt cx="15107044" cy="9792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107031" cy="9792843"/>
            </a:xfrm>
            <a:custGeom>
              <a:avLst/>
              <a:gdLst/>
              <a:ahLst/>
              <a:cxnLst/>
              <a:rect r="r" b="b" t="t" l="l"/>
              <a:pathLst>
                <a:path h="9792843" w="15107031">
                  <a:moveTo>
                    <a:pt x="0" y="0"/>
                  </a:moveTo>
                  <a:lnTo>
                    <a:pt x="15107031" y="0"/>
                  </a:lnTo>
                  <a:lnTo>
                    <a:pt x="15107031" y="9792843"/>
                  </a:lnTo>
                  <a:lnTo>
                    <a:pt x="0" y="9792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118" r="0" b="-5118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05376" y="592074"/>
            <a:ext cx="12344200" cy="124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VOIS Course completion certificate - </a:t>
            </a:r>
          </a:p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Course name- Data Visualization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9/6/2026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007" y="5201336"/>
            <a:ext cx="687400" cy="592588"/>
            <a:chOff x="0" y="0"/>
            <a:chExt cx="916534" cy="7901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6559" cy="790067"/>
            </a:xfrm>
            <a:custGeom>
              <a:avLst/>
              <a:gdLst/>
              <a:ahLst/>
              <a:cxnLst/>
              <a:rect r="r" b="b" t="t" l="l"/>
              <a:pathLst>
                <a:path h="790067" w="916559">
                  <a:moveTo>
                    <a:pt x="0" y="395097"/>
                  </a:moveTo>
                  <a:lnTo>
                    <a:pt x="197485" y="0"/>
                  </a:lnTo>
                  <a:lnTo>
                    <a:pt x="718947" y="0"/>
                  </a:lnTo>
                  <a:lnTo>
                    <a:pt x="916559" y="395097"/>
                  </a:lnTo>
                  <a:lnTo>
                    <a:pt x="718947" y="790067"/>
                  </a:lnTo>
                  <a:lnTo>
                    <a:pt x="197485" y="790067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70007" y="3592087"/>
            <a:ext cx="537591" cy="463439"/>
            <a:chOff x="0" y="0"/>
            <a:chExt cx="716788" cy="6179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788" cy="617855"/>
            </a:xfrm>
            <a:custGeom>
              <a:avLst/>
              <a:gdLst/>
              <a:ahLst/>
              <a:cxnLst/>
              <a:rect r="r" b="b" t="t" l="l"/>
              <a:pathLst>
                <a:path h="617855" w="716788">
                  <a:moveTo>
                    <a:pt x="0" y="308991"/>
                  </a:moveTo>
                  <a:lnTo>
                    <a:pt x="154432" y="0"/>
                  </a:lnTo>
                  <a:lnTo>
                    <a:pt x="562356" y="0"/>
                  </a:lnTo>
                  <a:lnTo>
                    <a:pt x="716788" y="308991"/>
                  </a:lnTo>
                  <a:lnTo>
                    <a:pt x="562356" y="617855"/>
                  </a:lnTo>
                  <a:lnTo>
                    <a:pt x="154432" y="61785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323974" y="3303299"/>
            <a:ext cx="346034" cy="298304"/>
            <a:chOff x="0" y="0"/>
            <a:chExt cx="461378" cy="3977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1391" cy="397764"/>
            </a:xfrm>
            <a:custGeom>
              <a:avLst/>
              <a:gdLst/>
              <a:ahLst/>
              <a:cxnLst/>
              <a:rect r="r" b="b" t="t" l="l"/>
              <a:pathLst>
                <a:path h="397764" w="461391">
                  <a:moveTo>
                    <a:pt x="0" y="198882"/>
                  </a:moveTo>
                  <a:lnTo>
                    <a:pt x="99441" y="0"/>
                  </a:lnTo>
                  <a:lnTo>
                    <a:pt x="361950" y="0"/>
                  </a:lnTo>
                  <a:lnTo>
                    <a:pt x="461391" y="198882"/>
                  </a:lnTo>
                  <a:lnTo>
                    <a:pt x="361950" y="397764"/>
                  </a:lnTo>
                  <a:lnTo>
                    <a:pt x="99441" y="397764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7995" y="971550"/>
            <a:ext cx="17010002" cy="1050169"/>
            <a:chOff x="0" y="0"/>
            <a:chExt cx="22680003" cy="14002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80000" cy="1400228"/>
            </a:xfrm>
            <a:custGeom>
              <a:avLst/>
              <a:gdLst/>
              <a:ahLst/>
              <a:cxnLst/>
              <a:rect r="r" b="b" t="t" l="l"/>
              <a:pathLst>
                <a:path h="1400228" w="22680000">
                  <a:moveTo>
                    <a:pt x="0" y="0"/>
                  </a:moveTo>
                  <a:lnTo>
                    <a:pt x="22680000" y="0"/>
                  </a:lnTo>
                  <a:lnTo>
                    <a:pt x="22680000" y="1400228"/>
                  </a:lnTo>
                  <a:lnTo>
                    <a:pt x="0" y="140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606" r="0" b="-2656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2680003" cy="1409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76"/>
                </a:lnSpc>
              </a:pPr>
              <a:r>
                <a:rPr lang="en-US" sz="6480" b="true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683234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78489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94886" y="4915853"/>
            <a:ext cx="13470760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946B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Our analysis shows that seasonal conditions, crop selection, resource efficiency and regional differences all play an important role in agricultural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DAHUoynJ8Cg</dc:identifier>
  <dcterms:modified xsi:type="dcterms:W3CDTF">2011-08-01T06:04:30Z</dcterms:modified>
  <cp:revision>1</cp:revision>
  <dc:title>Sneha Ray_Seasonal-Agriculture-Performance-Analysis.pptx</dc:title>
</cp:coreProperties>
</file>